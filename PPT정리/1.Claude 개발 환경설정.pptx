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9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83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598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747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23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839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796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201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58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188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276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159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43153EB-3C78-4951-AC76-23E45A50022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5DDD91B-E63E-43FB-B05E-57234D48032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11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e.claude.com/docs/en/overview#native-install-recommended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nodejs.org/ko/download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khb3025@gmail.com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D39D49-13A1-30CB-B773-D31161FF7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 dirty="0"/>
              <a:t>Claude </a:t>
            </a:r>
            <a:r>
              <a:rPr lang="ko-KR" altLang="en-US" sz="4800" dirty="0"/>
              <a:t>개발 환경설정</a:t>
            </a:r>
            <a:r>
              <a:rPr lang="en-US" altLang="ko-KR" sz="4800" dirty="0"/>
              <a:t>.</a:t>
            </a:r>
            <a:endParaRPr lang="ko-KR" altLang="en-US" sz="4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47D0C3-448D-A804-D2B6-8962F48871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881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C47667-E4C9-CEEB-B4A2-B2513C0C6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Claude </a:t>
            </a:r>
            <a:r>
              <a:rPr lang="ko-KR" altLang="en-US" dirty="0"/>
              <a:t>터미널 설치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D2718B-CC8D-3446-955C-438CFB14D868}"/>
              </a:ext>
            </a:extLst>
          </p:cNvPr>
          <p:cNvSpPr txBox="1"/>
          <p:nvPr/>
        </p:nvSpPr>
        <p:spPr>
          <a:xfrm>
            <a:off x="1144682" y="1737360"/>
            <a:ext cx="60948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2"/>
              </a:rPr>
              <a:t>https://code.claude.com/docs/en/overview#native-install-recommended</a:t>
            </a:r>
            <a:r>
              <a:rPr lang="ko-KR" altLang="en-US" sz="1100" dirty="0"/>
              <a:t>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B26B06-804D-21D2-C341-B9E03E49D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02" y="1998970"/>
            <a:ext cx="5361681" cy="33184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8F3323-B385-4AC5-103C-A53705F47788}"/>
              </a:ext>
            </a:extLst>
          </p:cNvPr>
          <p:cNvSpPr txBox="1"/>
          <p:nvPr/>
        </p:nvSpPr>
        <p:spPr>
          <a:xfrm>
            <a:off x="6649571" y="1998970"/>
            <a:ext cx="418203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Native Install </a:t>
            </a:r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자동 업데이트 지원 커맨드</a:t>
            </a:r>
            <a:endParaRPr lang="en-US" altLang="ko-KR" sz="1100" dirty="0">
              <a:sym typeface="Wingdings" panose="05000000000000000000" pitchFamily="2" charset="2"/>
            </a:endParaRPr>
          </a:p>
          <a:p>
            <a:r>
              <a:rPr lang="en-US" altLang="ko-KR" sz="1100" dirty="0">
                <a:sym typeface="Wingdings" panose="05000000000000000000" pitchFamily="2" charset="2"/>
              </a:rPr>
              <a:t>( ※ Native Install </a:t>
            </a:r>
            <a:r>
              <a:rPr lang="ko-KR" altLang="en-US" sz="1100" dirty="0">
                <a:sym typeface="Wingdings" panose="05000000000000000000" pitchFamily="2" charset="2"/>
              </a:rPr>
              <a:t>설치 권장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  Windows </a:t>
            </a:r>
            <a:r>
              <a:rPr lang="ko-KR" altLang="en-US" sz="1100" dirty="0">
                <a:sym typeface="Wingdings" panose="05000000000000000000" pitchFamily="2" charset="2"/>
              </a:rPr>
              <a:t>경우 </a:t>
            </a:r>
            <a:r>
              <a:rPr lang="en-US" altLang="ko-KR" sz="1100" dirty="0">
                <a:sym typeface="Wingdings" panose="05000000000000000000" pitchFamily="2" charset="2"/>
              </a:rPr>
              <a:t>Power Shell </a:t>
            </a:r>
            <a:r>
              <a:rPr lang="ko-KR" altLang="en-US" sz="1100" dirty="0">
                <a:sym typeface="Wingdings" panose="05000000000000000000" pitchFamily="2" charset="2"/>
              </a:rPr>
              <a:t>사용 권장 </a:t>
            </a:r>
            <a:r>
              <a:rPr lang="en-US" altLang="ko-KR" sz="1100" dirty="0">
                <a:sym typeface="Wingdings" panose="05000000000000000000" pitchFamily="2" charset="2"/>
              </a:rPr>
              <a:t>)</a:t>
            </a:r>
          </a:p>
          <a:p>
            <a:endParaRPr lang="en-US" altLang="ko-KR" sz="1100" dirty="0">
              <a:sym typeface="Wingdings" panose="05000000000000000000" pitchFamily="2" charset="2"/>
            </a:endParaRPr>
          </a:p>
          <a:p>
            <a:r>
              <a:rPr lang="ko-KR" altLang="en-US" sz="1100" dirty="0">
                <a:sym typeface="Wingdings" panose="05000000000000000000" pitchFamily="2" charset="2"/>
              </a:rPr>
              <a:t>터미널에서 </a:t>
            </a:r>
            <a:r>
              <a:rPr lang="en-US" altLang="ko-KR" sz="1100" dirty="0" err="1">
                <a:sym typeface="Wingdings" panose="05000000000000000000" pitchFamily="2" charset="2"/>
              </a:rPr>
              <a:t>claude</a:t>
            </a:r>
            <a:r>
              <a:rPr lang="en-US" altLang="ko-KR" sz="1100" dirty="0">
                <a:sym typeface="Wingdings" panose="05000000000000000000" pitchFamily="2" charset="2"/>
              </a:rPr>
              <a:t> --version </a:t>
            </a:r>
            <a:r>
              <a:rPr lang="ko-KR" altLang="en-US" sz="1100" dirty="0">
                <a:sym typeface="Wingdings" panose="05000000000000000000" pitchFamily="2" charset="2"/>
              </a:rPr>
              <a:t>등 커맨드가 안보이면</a:t>
            </a:r>
            <a:r>
              <a:rPr lang="en-US" altLang="ko-KR" sz="1100" dirty="0">
                <a:sym typeface="Wingdings" panose="05000000000000000000" pitchFamily="2" charset="2"/>
              </a:rPr>
              <a:t>,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ko-KR" altLang="en-US" sz="1100" dirty="0">
                <a:sym typeface="Wingdings" panose="05000000000000000000" pitchFamily="2" charset="2"/>
              </a:rPr>
              <a:t>시스템 환경 변수 </a:t>
            </a:r>
            <a:r>
              <a:rPr lang="en-US" altLang="ko-KR" sz="1100" dirty="0">
                <a:sym typeface="Wingdings" panose="05000000000000000000" pitchFamily="2" charset="2"/>
              </a:rPr>
              <a:t>Path </a:t>
            </a:r>
            <a:r>
              <a:rPr lang="ko-KR" altLang="en-US" sz="1100" dirty="0">
                <a:sym typeface="Wingdings" panose="05000000000000000000" pitchFamily="2" charset="2"/>
              </a:rPr>
              <a:t>에 </a:t>
            </a:r>
            <a:r>
              <a:rPr lang="en-US" altLang="ko-KR" sz="1100" dirty="0" err="1">
                <a:sym typeface="Wingdings" panose="05000000000000000000" pitchFamily="2" charset="2"/>
              </a:rPr>
              <a:t>claude</a:t>
            </a:r>
            <a:r>
              <a:rPr lang="en-US" altLang="ko-KR" sz="1100" dirty="0">
                <a:sym typeface="Wingdings" panose="05000000000000000000" pitchFamily="2" charset="2"/>
              </a:rPr>
              <a:t> </a:t>
            </a:r>
            <a:r>
              <a:rPr lang="ko-KR" altLang="en-US" sz="1100" dirty="0">
                <a:sym typeface="Wingdings" panose="05000000000000000000" pitchFamily="2" charset="2"/>
              </a:rPr>
              <a:t>경로 등록</a:t>
            </a:r>
            <a:br>
              <a:rPr lang="en-US" altLang="ko-KR" sz="1100" dirty="0">
                <a:sym typeface="Wingdings" panose="05000000000000000000" pitchFamily="2" charset="2"/>
              </a:rPr>
            </a:br>
            <a:endParaRPr lang="ko-KR" altLang="en-US" sz="110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C58A606-6207-A6B1-B2ED-FF7E1C2FE7B4}"/>
              </a:ext>
            </a:extLst>
          </p:cNvPr>
          <p:cNvGrpSpPr/>
          <p:nvPr/>
        </p:nvGrpSpPr>
        <p:grpSpPr>
          <a:xfrm>
            <a:off x="6808725" y="3276242"/>
            <a:ext cx="5175880" cy="2704935"/>
            <a:chOff x="6808725" y="3276242"/>
            <a:chExt cx="5175880" cy="2704935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9F1A95CD-3888-88A3-9B11-4CD1F41CE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08725" y="3276242"/>
              <a:ext cx="5175880" cy="270493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064BEDA-BE1C-3DC0-48A8-6688568FFD7E}"/>
                </a:ext>
              </a:extLst>
            </p:cNvPr>
            <p:cNvSpPr/>
            <p:nvPr/>
          </p:nvSpPr>
          <p:spPr>
            <a:xfrm>
              <a:off x="6883051" y="4991622"/>
              <a:ext cx="732773" cy="13152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85762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9CD0C-C4C9-6751-9741-8F2DD4200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</a:t>
            </a:r>
            <a:r>
              <a:rPr lang="ko-KR" altLang="en-US" dirty="0"/>
              <a:t>설치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19E29-EACE-BBFC-1DB3-2D7567F4C98C}"/>
              </a:ext>
            </a:extLst>
          </p:cNvPr>
          <p:cNvSpPr txBox="1"/>
          <p:nvPr/>
        </p:nvSpPr>
        <p:spPr>
          <a:xfrm>
            <a:off x="1097280" y="173736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/>
              </a:rPr>
              <a:t>https://nodejs.org/ko/download</a:t>
            </a:r>
            <a:r>
              <a:rPr lang="ko-KR" altLang="en-US" sz="1200" dirty="0"/>
              <a:t>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F11186-DBF0-DED6-0078-D58DD590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989" y="2014359"/>
            <a:ext cx="6764441" cy="42294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CEC3F5-E987-31B4-D283-3DF00D0258B5}"/>
              </a:ext>
            </a:extLst>
          </p:cNvPr>
          <p:cNvSpPr txBox="1"/>
          <p:nvPr/>
        </p:nvSpPr>
        <p:spPr>
          <a:xfrm>
            <a:off x="8069580" y="2014359"/>
            <a:ext cx="381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자신의 </a:t>
            </a:r>
            <a:r>
              <a:rPr lang="en-US" altLang="ko-KR" sz="1100" dirty="0"/>
              <a:t>OS </a:t>
            </a:r>
            <a:r>
              <a:rPr lang="ko-KR" altLang="en-US" sz="1100" dirty="0"/>
              <a:t>에 맞는 </a:t>
            </a:r>
            <a:r>
              <a:rPr lang="en-US" altLang="ko-KR" sz="1100" dirty="0"/>
              <a:t>Node.js </a:t>
            </a:r>
            <a:r>
              <a:rPr lang="ko-KR" altLang="en-US" sz="1100" dirty="0"/>
              <a:t>설치</a:t>
            </a:r>
            <a:r>
              <a:rPr lang="en-US" altLang="ko-KR" sz="1100" dirty="0"/>
              <a:t>.</a:t>
            </a:r>
          </a:p>
          <a:p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D420532-5100-975B-27AC-EAE44C4D1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125" y="2381985"/>
            <a:ext cx="6086026" cy="1854735"/>
          </a:xfrm>
          <a:prstGeom prst="rect">
            <a:avLst/>
          </a:prstGeom>
          <a:ln>
            <a:solidFill>
              <a:srgbClr val="0070C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9D3D19C-A76B-43A1-5A84-022D5128E9E5}"/>
              </a:ext>
            </a:extLst>
          </p:cNvPr>
          <p:cNvSpPr txBox="1"/>
          <p:nvPr/>
        </p:nvSpPr>
        <p:spPr>
          <a:xfrm>
            <a:off x="7631430" y="4312920"/>
            <a:ext cx="42481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터미널에서 </a:t>
            </a:r>
            <a:r>
              <a:rPr lang="en-US" altLang="ko-KR" sz="1200" dirty="0"/>
              <a:t>node -v </a:t>
            </a:r>
            <a:r>
              <a:rPr lang="ko-KR" altLang="en-US" sz="1200" dirty="0"/>
              <a:t>명령은 </a:t>
            </a:r>
            <a:r>
              <a:rPr lang="ko-KR" altLang="en-US" sz="1200" dirty="0" err="1"/>
              <a:t>확인가능하나</a:t>
            </a:r>
            <a:r>
              <a:rPr lang="ko-KR" altLang="en-US" sz="1200" dirty="0"/>
              <a:t> </a:t>
            </a:r>
            <a:r>
              <a:rPr lang="en-US" altLang="ko-KR" sz="1200" dirty="0" err="1"/>
              <a:t>npm</a:t>
            </a:r>
            <a:r>
              <a:rPr lang="en-US" altLang="ko-KR" sz="1200" dirty="0"/>
              <a:t> -v </a:t>
            </a:r>
            <a:r>
              <a:rPr lang="ko-KR" altLang="en-US" sz="1200" dirty="0"/>
              <a:t>명령은 확인 불가능 한 경우 </a:t>
            </a: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1.Power Shell </a:t>
            </a:r>
            <a:r>
              <a:rPr lang="ko-KR" altLang="en-US" sz="1200" dirty="0">
                <a:sym typeface="Wingdings" panose="05000000000000000000" pitchFamily="2" charset="2"/>
              </a:rPr>
              <a:t>관리자 권한 열기 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 2. </a:t>
            </a:r>
            <a:r>
              <a:rPr lang="en-US" altLang="ko-KR" sz="1200" dirty="0"/>
              <a:t>Set-</a:t>
            </a:r>
            <a:r>
              <a:rPr lang="en-US" altLang="ko-KR" sz="1200" dirty="0" err="1"/>
              <a:t>ExecutionPolicy</a:t>
            </a:r>
            <a:r>
              <a:rPr lang="en-US" altLang="ko-KR" sz="1200" dirty="0"/>
              <a:t> </a:t>
            </a:r>
            <a:r>
              <a:rPr lang="en-US" altLang="ko-KR" sz="1200" dirty="0" err="1"/>
              <a:t>RemoteSigned</a:t>
            </a:r>
            <a:r>
              <a:rPr lang="en-US" altLang="ko-KR" sz="1200" dirty="0"/>
              <a:t> -Scope </a:t>
            </a:r>
            <a:r>
              <a:rPr lang="en-US" altLang="ko-KR" sz="1200" dirty="0" err="1"/>
              <a:t>CurrentUser</a:t>
            </a:r>
            <a:r>
              <a:rPr lang="en-US" altLang="ko-KR" sz="1200" dirty="0"/>
              <a:t> </a:t>
            </a:r>
            <a:r>
              <a:rPr lang="ko-KR" altLang="en-US" sz="1200" dirty="0"/>
              <a:t>입력</a:t>
            </a:r>
            <a:br>
              <a:rPr lang="en-US" altLang="ko-KR" sz="1200" dirty="0"/>
            </a:br>
            <a:endParaRPr lang="ko-KR" alt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F2D9066-4AF1-B153-AA67-2EBD2E0C2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8124" y="5328583"/>
            <a:ext cx="5488525" cy="761414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844811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DAA13-6A16-7B00-2F5D-A876B06F1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</a:t>
            </a:r>
            <a:r>
              <a:rPr lang="ko-KR" altLang="en-US" dirty="0"/>
              <a:t>설치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92B4D1-2DD6-99A0-E799-16708979D26F}"/>
              </a:ext>
            </a:extLst>
          </p:cNvPr>
          <p:cNvSpPr txBox="1"/>
          <p:nvPr/>
        </p:nvSpPr>
        <p:spPr>
          <a:xfrm>
            <a:off x="1097280" y="1811774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https://git-scm.com/install/windows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2E776F7-7C4F-75C1-B54B-11A1ED735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149039"/>
            <a:ext cx="4477927" cy="44223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DFE7DA-C3DD-74F1-B707-99DF0484BA3D}"/>
              </a:ext>
            </a:extLst>
          </p:cNvPr>
          <p:cNvSpPr txBox="1"/>
          <p:nvPr/>
        </p:nvSpPr>
        <p:spPr>
          <a:xfrm>
            <a:off x="5737860" y="2149039"/>
            <a:ext cx="6096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자신의 </a:t>
            </a:r>
            <a:r>
              <a:rPr lang="en-US" altLang="ko-KR" sz="1200" dirty="0"/>
              <a:t>OS</a:t>
            </a:r>
            <a:r>
              <a:rPr lang="ko-KR" altLang="en-US" sz="1200" dirty="0"/>
              <a:t>에 맞는 </a:t>
            </a:r>
            <a:r>
              <a:rPr lang="en-US" altLang="ko-KR" sz="1200" dirty="0"/>
              <a:t>git </a:t>
            </a:r>
            <a:r>
              <a:rPr lang="ko-KR" altLang="en-US" sz="1200" dirty="0"/>
              <a:t>설치 방법 확인 후 그대로 진행</a:t>
            </a:r>
            <a:endParaRPr lang="en-US" altLang="ko-KR" sz="1200" dirty="0"/>
          </a:p>
          <a:p>
            <a:br>
              <a:rPr lang="en-US" altLang="ko-KR" sz="1200" dirty="0"/>
            </a:br>
            <a:r>
              <a:rPr lang="en-US" altLang="ko-KR" sz="1200" dirty="0"/>
              <a:t>- git</a:t>
            </a:r>
            <a:r>
              <a:rPr lang="ko-KR" altLang="en-US" sz="1200" dirty="0"/>
              <a:t> </a:t>
            </a:r>
            <a:r>
              <a:rPr lang="en-US" altLang="ko-KR" sz="1200" dirty="0"/>
              <a:t>email</a:t>
            </a:r>
            <a:r>
              <a:rPr lang="ko-KR" altLang="en-US" sz="1200" dirty="0"/>
              <a:t> 및 </a:t>
            </a:r>
            <a:r>
              <a:rPr lang="en-US" altLang="ko-KR" sz="1200" dirty="0"/>
              <a:t>username </a:t>
            </a:r>
            <a:r>
              <a:rPr lang="ko-KR" altLang="en-US" sz="1200" dirty="0"/>
              <a:t>설정</a:t>
            </a:r>
            <a:br>
              <a:rPr lang="en-US" altLang="ko-KR" sz="1200" dirty="0"/>
            </a:br>
            <a:r>
              <a:rPr lang="en-US" altLang="ko-KR" sz="1200" dirty="0"/>
              <a:t>git config --global user.name "khb"</a:t>
            </a:r>
          </a:p>
          <a:p>
            <a:r>
              <a:rPr lang="en-US" altLang="ko-KR" sz="1200" dirty="0"/>
              <a:t>git config --global </a:t>
            </a:r>
            <a:r>
              <a:rPr lang="en-US" altLang="ko-KR" sz="1200" dirty="0" err="1"/>
              <a:t>user.email</a:t>
            </a:r>
            <a:r>
              <a:rPr lang="en-US" altLang="ko-KR" sz="1200" dirty="0"/>
              <a:t> </a:t>
            </a:r>
            <a:r>
              <a:rPr lang="en-US" altLang="ko-KR" sz="1200" dirty="0">
                <a:hlinkClick r:id="rId3"/>
              </a:rPr>
              <a:t>khb3025@gmail.com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- git repository </a:t>
            </a:r>
            <a:r>
              <a:rPr lang="ko-KR" altLang="en-US" sz="1200" dirty="0"/>
              <a:t>생성 및 </a:t>
            </a:r>
            <a:r>
              <a:rPr lang="en-US" altLang="ko-KR" sz="1200" dirty="0"/>
              <a:t>first commit</a:t>
            </a:r>
          </a:p>
          <a:p>
            <a:endParaRPr lang="ko-KR" altLang="en-US" sz="12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8B7685C-47ED-FEA4-7150-4F72B5986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3039" y="3649089"/>
            <a:ext cx="5241201" cy="181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42060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40</TotalTime>
  <Words>180</Words>
  <Application>Microsoft Office PowerPoint</Application>
  <PresentationFormat>와이드스크린</PresentationFormat>
  <Paragraphs>16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Calibri</vt:lpstr>
      <vt:lpstr>Calibri Light</vt:lpstr>
      <vt:lpstr>Wingdings</vt:lpstr>
      <vt:lpstr>추억</vt:lpstr>
      <vt:lpstr>Claude 개발 환경설정.</vt:lpstr>
      <vt:lpstr>Claude 터미널 설치</vt:lpstr>
      <vt:lpstr>Node.js 설치</vt:lpstr>
      <vt:lpstr>Git설치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7</cp:revision>
  <dcterms:created xsi:type="dcterms:W3CDTF">2026-06-23T07:21:49Z</dcterms:created>
  <dcterms:modified xsi:type="dcterms:W3CDTF">2026-06-23T08:01:57Z</dcterms:modified>
</cp:coreProperties>
</file>