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83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9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4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83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9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20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5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18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27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15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3153EB-3C78-4951-AC76-23E45A50022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DDD91B-E63E-43FB-B05E-57234D48032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1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e.claude.com/docs/en/overview#native-install-recommended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nodejs.org/ko/download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39D49-13A1-30CB-B773-D31161FF7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Claude </a:t>
            </a:r>
            <a:r>
              <a:rPr lang="ko-KR" altLang="en-US" sz="4800" dirty="0"/>
              <a:t>개발 환경설정</a:t>
            </a:r>
            <a:r>
              <a:rPr lang="en-US" altLang="ko-KR" sz="4800" dirty="0"/>
              <a:t>.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47D0C3-448D-A804-D2B6-8962F4887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88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47667-E4C9-CEEB-B4A2-B2513C0C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</a:t>
            </a:r>
            <a:r>
              <a:rPr lang="ko-KR" altLang="en-US" dirty="0"/>
              <a:t>터미널 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2718B-CC8D-3446-955C-438CFB14D868}"/>
              </a:ext>
            </a:extLst>
          </p:cNvPr>
          <p:cNvSpPr txBox="1"/>
          <p:nvPr/>
        </p:nvSpPr>
        <p:spPr>
          <a:xfrm>
            <a:off x="1144682" y="1737360"/>
            <a:ext cx="60948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2"/>
              </a:rPr>
              <a:t>https://code.claude.com/docs/en/overview#native-install-recommended</a:t>
            </a:r>
            <a:r>
              <a:rPr lang="ko-KR" altLang="en-US" sz="1100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B26B06-804D-21D2-C341-B9E03E49D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02" y="1998970"/>
            <a:ext cx="5361681" cy="3318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8F3323-B385-4AC5-103C-A53705F47788}"/>
              </a:ext>
            </a:extLst>
          </p:cNvPr>
          <p:cNvSpPr txBox="1"/>
          <p:nvPr/>
        </p:nvSpPr>
        <p:spPr>
          <a:xfrm>
            <a:off x="6649571" y="1998970"/>
            <a:ext cx="418203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Native Install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자동 업데이트 지원 커맨드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>
                <a:sym typeface="Wingdings" panose="05000000000000000000" pitchFamily="2" charset="2"/>
              </a:rPr>
              <a:t>( ※ Native Install </a:t>
            </a:r>
            <a:r>
              <a:rPr lang="ko-KR" altLang="en-US" sz="1100" dirty="0">
                <a:sym typeface="Wingdings" panose="05000000000000000000" pitchFamily="2" charset="2"/>
              </a:rPr>
              <a:t>설치 권장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  Windows </a:t>
            </a:r>
            <a:r>
              <a:rPr lang="ko-KR" altLang="en-US" sz="1100" dirty="0">
                <a:sym typeface="Wingdings" panose="05000000000000000000" pitchFamily="2" charset="2"/>
              </a:rPr>
              <a:t>경우 </a:t>
            </a:r>
            <a:r>
              <a:rPr lang="en-US" altLang="ko-KR" sz="1100" dirty="0">
                <a:sym typeface="Wingdings" panose="05000000000000000000" pitchFamily="2" charset="2"/>
              </a:rPr>
              <a:t>Power Shell </a:t>
            </a:r>
            <a:r>
              <a:rPr lang="ko-KR" altLang="en-US" sz="1100" dirty="0">
                <a:sym typeface="Wingdings" panose="05000000000000000000" pitchFamily="2" charset="2"/>
              </a:rPr>
              <a:t>사용 권장 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</a:p>
          <a:p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ko-KR" altLang="en-US" sz="1100" dirty="0">
                <a:sym typeface="Wingdings" panose="05000000000000000000" pitchFamily="2" charset="2"/>
              </a:rPr>
              <a:t>터미널에서 </a:t>
            </a:r>
            <a:r>
              <a:rPr lang="en-US" altLang="ko-KR" sz="1100" dirty="0" err="1">
                <a:sym typeface="Wingdings" panose="05000000000000000000" pitchFamily="2" charset="2"/>
              </a:rPr>
              <a:t>claude</a:t>
            </a:r>
            <a:r>
              <a:rPr lang="en-US" altLang="ko-KR" sz="1100" dirty="0">
                <a:sym typeface="Wingdings" panose="05000000000000000000" pitchFamily="2" charset="2"/>
              </a:rPr>
              <a:t> --version </a:t>
            </a:r>
            <a:r>
              <a:rPr lang="ko-KR" altLang="en-US" sz="1100" dirty="0">
                <a:sym typeface="Wingdings" panose="05000000000000000000" pitchFamily="2" charset="2"/>
              </a:rPr>
              <a:t>등 커맨드가 안보이면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ko-KR" altLang="en-US" sz="1100" dirty="0">
                <a:sym typeface="Wingdings" panose="05000000000000000000" pitchFamily="2" charset="2"/>
              </a:rPr>
              <a:t>시스템 환경 변수 </a:t>
            </a:r>
            <a:r>
              <a:rPr lang="en-US" altLang="ko-KR" sz="1100" dirty="0">
                <a:sym typeface="Wingdings" panose="05000000000000000000" pitchFamily="2" charset="2"/>
              </a:rPr>
              <a:t>Path </a:t>
            </a:r>
            <a:r>
              <a:rPr lang="ko-KR" altLang="en-US" sz="1100" dirty="0">
                <a:sym typeface="Wingdings" panose="05000000000000000000" pitchFamily="2" charset="2"/>
              </a:rPr>
              <a:t>에 </a:t>
            </a:r>
            <a:r>
              <a:rPr lang="en-US" altLang="ko-KR" sz="1100" dirty="0" err="1">
                <a:sym typeface="Wingdings" panose="05000000000000000000" pitchFamily="2" charset="2"/>
              </a:rPr>
              <a:t>claude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경로 등록</a:t>
            </a:r>
            <a:br>
              <a:rPr lang="en-US" altLang="ko-KR" sz="1100" dirty="0">
                <a:sym typeface="Wingdings" panose="05000000000000000000" pitchFamily="2" charset="2"/>
              </a:rPr>
            </a:br>
            <a:endParaRPr lang="ko-KR" altLang="en-US" sz="11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58A606-6207-A6B1-B2ED-FF7E1C2FE7B4}"/>
              </a:ext>
            </a:extLst>
          </p:cNvPr>
          <p:cNvGrpSpPr/>
          <p:nvPr/>
        </p:nvGrpSpPr>
        <p:grpSpPr>
          <a:xfrm>
            <a:off x="6808725" y="3276242"/>
            <a:ext cx="5175880" cy="2704935"/>
            <a:chOff x="6808725" y="3276242"/>
            <a:chExt cx="5175880" cy="270493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F1A95CD-3888-88A3-9B11-4CD1F41CE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08725" y="3276242"/>
              <a:ext cx="5175880" cy="27049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64BEDA-BE1C-3DC0-48A8-6688568FFD7E}"/>
                </a:ext>
              </a:extLst>
            </p:cNvPr>
            <p:cNvSpPr/>
            <p:nvPr/>
          </p:nvSpPr>
          <p:spPr>
            <a:xfrm>
              <a:off x="6883051" y="4991622"/>
              <a:ext cx="732773" cy="1315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76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9CD0C-C4C9-6751-9741-8F2DD420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 </a:t>
            </a:r>
            <a:r>
              <a:rPr lang="ko-KR" altLang="en-US" dirty="0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9E29-EACE-BBFC-1DB3-2D7567F4C98C}"/>
              </a:ext>
            </a:extLst>
          </p:cNvPr>
          <p:cNvSpPr txBox="1"/>
          <p:nvPr/>
        </p:nvSpPr>
        <p:spPr>
          <a:xfrm>
            <a:off x="1097280" y="17373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/>
              </a:rPr>
              <a:t>https://nodejs.org/ko/download</a:t>
            </a:r>
            <a:r>
              <a:rPr lang="ko-KR" altLang="en-US" sz="1200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F11186-DBF0-DED6-0078-D58DD590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89" y="2014359"/>
            <a:ext cx="6764441" cy="42294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CEC3F5-E987-31B4-D283-3DF00D0258B5}"/>
              </a:ext>
            </a:extLst>
          </p:cNvPr>
          <p:cNvSpPr txBox="1"/>
          <p:nvPr/>
        </p:nvSpPr>
        <p:spPr>
          <a:xfrm>
            <a:off x="8069580" y="2014359"/>
            <a:ext cx="381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자신의 </a:t>
            </a:r>
            <a:r>
              <a:rPr lang="en-US" altLang="ko-KR" sz="1100" dirty="0"/>
              <a:t>OS </a:t>
            </a:r>
            <a:r>
              <a:rPr lang="ko-KR" altLang="en-US" sz="1100" dirty="0"/>
              <a:t>에 맞는 </a:t>
            </a:r>
            <a:r>
              <a:rPr lang="en-US" altLang="ko-KR" sz="1100" dirty="0"/>
              <a:t>Node.js </a:t>
            </a:r>
            <a:r>
              <a:rPr lang="ko-KR" altLang="en-US" sz="1100" dirty="0"/>
              <a:t>설치</a:t>
            </a:r>
            <a:r>
              <a:rPr lang="en-US" altLang="ko-KR" sz="1100" dirty="0"/>
              <a:t>.</a:t>
            </a:r>
          </a:p>
          <a:p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420532-5100-975B-27AC-EAE44C4D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125" y="2381985"/>
            <a:ext cx="6086026" cy="185473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D3D19C-A76B-43A1-5A84-022D5128E9E5}"/>
              </a:ext>
            </a:extLst>
          </p:cNvPr>
          <p:cNvSpPr txBox="1"/>
          <p:nvPr/>
        </p:nvSpPr>
        <p:spPr>
          <a:xfrm>
            <a:off x="7631430" y="4312920"/>
            <a:ext cx="4248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터미널에서 </a:t>
            </a:r>
            <a:r>
              <a:rPr lang="en-US" altLang="ko-KR" sz="1200" dirty="0"/>
              <a:t>node -v </a:t>
            </a:r>
            <a:r>
              <a:rPr lang="ko-KR" altLang="en-US" sz="1200" dirty="0"/>
              <a:t>명령은 </a:t>
            </a:r>
            <a:r>
              <a:rPr lang="ko-KR" altLang="en-US" sz="1200" dirty="0" err="1"/>
              <a:t>확인가능하나</a:t>
            </a:r>
            <a:r>
              <a:rPr lang="ko-KR" altLang="en-US" sz="1200" dirty="0"/>
              <a:t> </a:t>
            </a:r>
            <a:r>
              <a:rPr lang="en-US" altLang="ko-KR" sz="1200" dirty="0" err="1"/>
              <a:t>npm</a:t>
            </a:r>
            <a:r>
              <a:rPr lang="en-US" altLang="ko-KR" sz="1200" dirty="0"/>
              <a:t> -v </a:t>
            </a:r>
            <a:r>
              <a:rPr lang="ko-KR" altLang="en-US" sz="1200" dirty="0"/>
              <a:t>명령은 확인 불가능 한 경우 </a:t>
            </a: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1.Power Shell </a:t>
            </a:r>
            <a:r>
              <a:rPr lang="ko-KR" altLang="en-US" sz="1200" dirty="0">
                <a:sym typeface="Wingdings" panose="05000000000000000000" pitchFamily="2" charset="2"/>
              </a:rPr>
              <a:t>관리자 권한 열기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2. </a:t>
            </a:r>
            <a:r>
              <a:rPr lang="en-US" altLang="ko-KR" sz="1200" dirty="0"/>
              <a:t>Set-</a:t>
            </a:r>
            <a:r>
              <a:rPr lang="en-US" altLang="ko-KR" sz="1200" dirty="0" err="1"/>
              <a:t>ExecutionPolicy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RemoteSigned</a:t>
            </a:r>
            <a:r>
              <a:rPr lang="en-US" altLang="ko-KR" sz="1200" dirty="0"/>
              <a:t> -Scope </a:t>
            </a:r>
            <a:r>
              <a:rPr lang="en-US" altLang="ko-KR" sz="1200" dirty="0" err="1"/>
              <a:t>CurrentUser</a:t>
            </a:r>
            <a:r>
              <a:rPr lang="en-US" altLang="ko-KR" sz="1200" dirty="0"/>
              <a:t> </a:t>
            </a:r>
            <a:r>
              <a:rPr lang="ko-KR" altLang="en-US" sz="1200" dirty="0"/>
              <a:t>입력</a:t>
            </a:r>
            <a:br>
              <a:rPr lang="en-US" altLang="ko-KR" sz="1200" dirty="0"/>
            </a:br>
            <a:endParaRPr lang="ko-KR" altLang="en-US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F2D9066-4AF1-B153-AA67-2EBD2E0C2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124" y="5328583"/>
            <a:ext cx="5488525" cy="76141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84481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DAA13-6A16-7B00-2F5D-A876B06F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4D1-2DD6-99A0-E799-16708979D26F}"/>
              </a:ext>
            </a:extLst>
          </p:cNvPr>
          <p:cNvSpPr txBox="1"/>
          <p:nvPr/>
        </p:nvSpPr>
        <p:spPr>
          <a:xfrm>
            <a:off x="1097280" y="181177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https://git-scm.com/install/windows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E776F7-7C4F-75C1-B54B-11A1ED73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149039"/>
            <a:ext cx="4477927" cy="4422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DFE7DA-C3DD-74F1-B707-99DF0484BA3D}"/>
              </a:ext>
            </a:extLst>
          </p:cNvPr>
          <p:cNvSpPr txBox="1"/>
          <p:nvPr/>
        </p:nvSpPr>
        <p:spPr>
          <a:xfrm>
            <a:off x="5737860" y="2149039"/>
            <a:ext cx="609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자신의 </a:t>
            </a:r>
            <a:r>
              <a:rPr lang="en-US" altLang="ko-KR" sz="1200" dirty="0"/>
              <a:t>OS</a:t>
            </a:r>
            <a:r>
              <a:rPr lang="ko-KR" altLang="en-US" sz="1200" dirty="0"/>
              <a:t>에 맞는 </a:t>
            </a:r>
            <a:r>
              <a:rPr lang="en-US" altLang="ko-KR" sz="1200" dirty="0"/>
              <a:t>git </a:t>
            </a:r>
            <a:r>
              <a:rPr lang="ko-KR" altLang="en-US" sz="1200" dirty="0"/>
              <a:t>설치 방법 확인 후 그대로 진행</a:t>
            </a:r>
          </a:p>
        </p:txBody>
      </p:sp>
    </p:spTree>
    <p:extLst>
      <p:ext uri="{BB962C8B-B14F-4D97-AF65-F5344CB8AC3E}">
        <p14:creationId xmlns:p14="http://schemas.microsoft.com/office/powerpoint/2010/main" val="185742060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</TotalTime>
  <Words>141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Claude 개발 환경설정.</vt:lpstr>
      <vt:lpstr>Claude 터미널 설치</vt:lpstr>
      <vt:lpstr>Node.js 설치</vt:lpstr>
      <vt:lpstr>Git설치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6</cp:revision>
  <dcterms:created xsi:type="dcterms:W3CDTF">2026-06-23T07:21:49Z</dcterms:created>
  <dcterms:modified xsi:type="dcterms:W3CDTF">2026-06-23T07:33:13Z</dcterms:modified>
</cp:coreProperties>
</file>