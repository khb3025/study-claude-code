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C108-66E0-40CA-B4CD-31220AA79B0F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0F8-62D6-40F3-9B7D-5EFBD1B4E6C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255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C108-66E0-40CA-B4CD-31220AA79B0F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0F8-62D6-40F3-9B7D-5EFBD1B4E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6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C108-66E0-40CA-B4CD-31220AA79B0F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0F8-62D6-40F3-9B7D-5EFBD1B4E6C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442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C108-66E0-40CA-B4CD-31220AA79B0F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0F8-62D6-40F3-9B7D-5EFBD1B4E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108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C108-66E0-40CA-B4CD-31220AA79B0F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0F8-62D6-40F3-9B7D-5EFBD1B4E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656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C108-66E0-40CA-B4CD-31220AA79B0F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0F8-62D6-40F3-9B7D-5EFBD1B4E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856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C108-66E0-40CA-B4CD-31220AA79B0F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0F8-62D6-40F3-9B7D-5EFBD1B4E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554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7C3C108-66E0-40CA-B4CD-31220AA79B0F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43F0F8-62D6-40F3-9B7D-5EFBD1B4E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272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C108-66E0-40CA-B4CD-31220AA79B0F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0F8-62D6-40F3-9B7D-5EFBD1B4E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361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C108-66E0-40CA-B4CD-31220AA79B0F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0F8-62D6-40F3-9B7D-5EFBD1B4E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632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C108-66E0-40CA-B4CD-31220AA79B0F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0F8-62D6-40F3-9B7D-5EFBD1B4E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9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7C3C108-66E0-40CA-B4CD-31220AA79B0F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C43F0F8-62D6-40F3-9B7D-5EFBD1B4E6C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244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86E30D-A88B-6B7E-D297-5B0C2B2DCB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6000" dirty="0"/>
              <a:t>슬래시 커맨드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C7E601-EFBA-4FC0-0698-B4B8B4AEC0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752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F0342-E875-F509-F02C-912471FB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자주 사용되는 슬래시 커맨드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B13DBF-72FD-158D-B1EA-8DF121671A2B}"/>
              </a:ext>
            </a:extLst>
          </p:cNvPr>
          <p:cNvSpPr txBox="1"/>
          <p:nvPr/>
        </p:nvSpPr>
        <p:spPr>
          <a:xfrm>
            <a:off x="1050202" y="1874067"/>
            <a:ext cx="100855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/help</a:t>
            </a:r>
            <a:r>
              <a:rPr lang="ko-KR" altLang="en-US" sz="1100" dirty="0"/>
              <a:t> </a:t>
            </a:r>
            <a:r>
              <a:rPr lang="en-US" altLang="ko-KR" sz="1100" dirty="0">
                <a:sym typeface="Wingdings" panose="05000000000000000000" pitchFamily="2" charset="2"/>
              </a:rPr>
              <a:t></a:t>
            </a:r>
            <a:r>
              <a:rPr lang="ko-KR" altLang="en-US" sz="1100" dirty="0">
                <a:sym typeface="Wingdings" panose="05000000000000000000" pitchFamily="2" charset="2"/>
              </a:rPr>
              <a:t> 무엇을 </a:t>
            </a:r>
            <a:r>
              <a:rPr lang="ko-KR" altLang="en-US" sz="1100" dirty="0" err="1">
                <a:sym typeface="Wingdings" panose="05000000000000000000" pitchFamily="2" charset="2"/>
              </a:rPr>
              <a:t>해야할지</a:t>
            </a:r>
            <a:r>
              <a:rPr lang="ko-KR" altLang="en-US" sz="1100" dirty="0">
                <a:sym typeface="Wingdings" panose="05000000000000000000" pitchFamily="2" charset="2"/>
              </a:rPr>
              <a:t> 모를 때</a:t>
            </a:r>
            <a:r>
              <a:rPr lang="en-US" altLang="ko-KR" sz="1100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100" dirty="0">
                <a:sym typeface="Wingdings" panose="05000000000000000000" pitchFamily="2" charset="2"/>
              </a:rPr>
              <a:t>/status</a:t>
            </a:r>
            <a:r>
              <a:rPr lang="ko-KR" altLang="en-US" sz="1100" dirty="0">
                <a:sym typeface="Wingdings" panose="05000000000000000000" pitchFamily="2" charset="2"/>
              </a:rPr>
              <a:t> </a:t>
            </a:r>
            <a:r>
              <a:rPr lang="en-US" altLang="ko-KR" sz="1100" dirty="0">
                <a:sym typeface="Wingdings" panose="05000000000000000000" pitchFamily="2" charset="2"/>
              </a:rPr>
              <a:t></a:t>
            </a:r>
            <a:r>
              <a:rPr lang="ko-KR" altLang="en-US" sz="1100" dirty="0">
                <a:sym typeface="Wingdings" panose="05000000000000000000" pitchFamily="2" charset="2"/>
              </a:rPr>
              <a:t> </a:t>
            </a:r>
            <a:r>
              <a:rPr lang="ko-KR" altLang="en-US" sz="1100" dirty="0" err="1">
                <a:sym typeface="Wingdings" panose="05000000000000000000" pitchFamily="2" charset="2"/>
              </a:rPr>
              <a:t>클로드</a:t>
            </a:r>
            <a:r>
              <a:rPr lang="ko-KR" altLang="en-US" sz="1100" dirty="0">
                <a:sym typeface="Wingdings" panose="05000000000000000000" pitchFamily="2" charset="2"/>
              </a:rPr>
              <a:t> 코드 버전</a:t>
            </a:r>
            <a:r>
              <a:rPr lang="en-US" altLang="ko-KR" sz="1100" dirty="0">
                <a:sym typeface="Wingdings" panose="05000000000000000000" pitchFamily="2" charset="2"/>
              </a:rPr>
              <a:t>, </a:t>
            </a:r>
            <a:r>
              <a:rPr lang="ko-KR" altLang="en-US" sz="1100" dirty="0">
                <a:sym typeface="Wingdings" panose="05000000000000000000" pitchFamily="2" charset="2"/>
              </a:rPr>
              <a:t>사용중인 모델</a:t>
            </a:r>
            <a:r>
              <a:rPr lang="en-US" altLang="ko-KR" sz="1100" dirty="0">
                <a:sym typeface="Wingdings" panose="05000000000000000000" pitchFamily="2" charset="2"/>
              </a:rPr>
              <a:t>, </a:t>
            </a:r>
            <a:r>
              <a:rPr lang="ko-KR" altLang="en-US" sz="1100" dirty="0">
                <a:sym typeface="Wingdings" panose="05000000000000000000" pitchFamily="2" charset="2"/>
              </a:rPr>
              <a:t>로그인 </a:t>
            </a:r>
            <a:r>
              <a:rPr lang="ko-KR" altLang="en-US" sz="1100" dirty="0" err="1">
                <a:sym typeface="Wingdings" panose="05000000000000000000" pitchFamily="2" charset="2"/>
              </a:rPr>
              <a:t>정보등</a:t>
            </a:r>
            <a:r>
              <a:rPr lang="ko-KR" altLang="en-US" sz="1100" dirty="0">
                <a:sym typeface="Wingdings" panose="05000000000000000000" pitchFamily="2" charset="2"/>
              </a:rPr>
              <a:t> 확인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r>
              <a:rPr lang="en-US" altLang="ko-KR" sz="1100" dirty="0">
                <a:sym typeface="Wingdings" panose="05000000000000000000" pitchFamily="2" charset="2"/>
              </a:rPr>
              <a:t>/doctor  </a:t>
            </a:r>
            <a:r>
              <a:rPr lang="ko-KR" altLang="en-US" sz="1100" dirty="0" err="1">
                <a:sym typeface="Wingdings" panose="05000000000000000000" pitchFamily="2" charset="2"/>
              </a:rPr>
              <a:t>클로드</a:t>
            </a:r>
            <a:r>
              <a:rPr lang="ko-KR" altLang="en-US" sz="1100" dirty="0">
                <a:sym typeface="Wingdings" panose="05000000000000000000" pitchFamily="2" charset="2"/>
              </a:rPr>
              <a:t> 코드의 현재 상태 확인 명령</a:t>
            </a:r>
            <a:r>
              <a:rPr lang="en-US" altLang="ko-KR" sz="1100" dirty="0">
                <a:sym typeface="Wingdings" panose="05000000000000000000" pitchFamily="2" charset="2"/>
              </a:rPr>
              <a:t>, MCP </a:t>
            </a:r>
            <a:r>
              <a:rPr lang="ko-KR" altLang="en-US" sz="1100" dirty="0">
                <a:sym typeface="Wingdings" panose="05000000000000000000" pitchFamily="2" charset="2"/>
              </a:rPr>
              <a:t>설치가 잘 </a:t>
            </a:r>
            <a:r>
              <a:rPr lang="ko-KR" altLang="en-US" sz="1100" dirty="0" err="1">
                <a:sym typeface="Wingdings" panose="05000000000000000000" pitchFamily="2" charset="2"/>
              </a:rPr>
              <a:t>안된다든지</a:t>
            </a:r>
            <a:r>
              <a:rPr lang="ko-KR" altLang="en-US" sz="1100" dirty="0">
                <a:sym typeface="Wingdings" panose="05000000000000000000" pitchFamily="2" charset="2"/>
              </a:rPr>
              <a:t> 하는 에러 상황에서 사용</a:t>
            </a:r>
            <a:r>
              <a:rPr lang="en-US" altLang="ko-KR" sz="1100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100" dirty="0">
                <a:sym typeface="Wingdings" panose="05000000000000000000" pitchFamily="2" charset="2"/>
              </a:rPr>
              <a:t>/config  </a:t>
            </a:r>
            <a:r>
              <a:rPr lang="ko-KR" altLang="en-US" sz="1100" dirty="0" err="1">
                <a:sym typeface="Wingdings" panose="05000000000000000000" pitchFamily="2" charset="2"/>
              </a:rPr>
              <a:t>클로드의</a:t>
            </a:r>
            <a:r>
              <a:rPr lang="ko-KR" altLang="en-US" sz="1100" dirty="0">
                <a:sym typeface="Wingdings" panose="05000000000000000000" pitchFamily="2" charset="2"/>
              </a:rPr>
              <a:t> 다양한 환경을 설정할 수 있다</a:t>
            </a:r>
            <a:r>
              <a:rPr lang="en-US" altLang="ko-KR" sz="1100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100" dirty="0">
                <a:sym typeface="Wingdings" panose="05000000000000000000" pitchFamily="2" charset="2"/>
              </a:rPr>
              <a:t>/usage  </a:t>
            </a:r>
            <a:r>
              <a:rPr lang="ko-KR" altLang="en-US" sz="1100" dirty="0">
                <a:sym typeface="Wingdings" panose="05000000000000000000" pitchFamily="2" charset="2"/>
              </a:rPr>
              <a:t>사용량 확인 명령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r>
              <a:rPr lang="en-US" altLang="ko-KR" sz="1100" dirty="0">
                <a:sym typeface="Wingdings" panose="05000000000000000000" pitchFamily="2" charset="2"/>
              </a:rPr>
              <a:t>/resume</a:t>
            </a:r>
            <a:r>
              <a:rPr lang="ko-KR" altLang="en-US" sz="1100" dirty="0">
                <a:sym typeface="Wingdings" panose="05000000000000000000" pitchFamily="2" charset="2"/>
              </a:rPr>
              <a:t> </a:t>
            </a:r>
            <a:r>
              <a:rPr lang="en-US" altLang="ko-KR" sz="1100" dirty="0">
                <a:sym typeface="Wingdings" panose="05000000000000000000" pitchFamily="2" charset="2"/>
              </a:rPr>
              <a:t></a:t>
            </a:r>
            <a:r>
              <a:rPr lang="ko-KR" altLang="en-US" sz="1100" dirty="0">
                <a:sym typeface="Wingdings" panose="05000000000000000000" pitchFamily="2" charset="2"/>
              </a:rPr>
              <a:t> 이전 세션 대화 내용을 </a:t>
            </a:r>
            <a:r>
              <a:rPr lang="ko-KR" altLang="en-US" sz="1100" dirty="0" err="1">
                <a:sym typeface="Wingdings" panose="05000000000000000000" pitchFamily="2" charset="2"/>
              </a:rPr>
              <a:t>이어나가는</a:t>
            </a:r>
            <a:r>
              <a:rPr lang="ko-KR" altLang="en-US" sz="1100" dirty="0">
                <a:sym typeface="Wingdings" panose="05000000000000000000" pitchFamily="2" charset="2"/>
              </a:rPr>
              <a:t> 명령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r>
              <a:rPr lang="en-US" altLang="ko-KR" sz="1100" dirty="0">
                <a:sym typeface="Wingdings" panose="05000000000000000000" pitchFamily="2" charset="2"/>
              </a:rPr>
              <a:t>/rename  </a:t>
            </a:r>
            <a:r>
              <a:rPr lang="ko-KR" altLang="en-US" sz="1100" dirty="0">
                <a:sym typeface="Wingdings" panose="05000000000000000000" pitchFamily="2" charset="2"/>
              </a:rPr>
              <a:t>현재 세션에 대한 이름을 정하고자 할 때</a:t>
            </a:r>
            <a:r>
              <a:rPr lang="en-US" altLang="ko-KR" sz="1100" dirty="0">
                <a:sym typeface="Wingdings" panose="05000000000000000000" pitchFamily="2" charset="2"/>
              </a:rPr>
              <a:t>. [resume</a:t>
            </a:r>
            <a:r>
              <a:rPr lang="ko-KR" altLang="en-US" sz="1100" dirty="0">
                <a:sym typeface="Wingdings" panose="05000000000000000000" pitchFamily="2" charset="2"/>
              </a:rPr>
              <a:t>  명령에서 </a:t>
            </a:r>
            <a:r>
              <a:rPr lang="ko-KR" altLang="en-US" sz="1100" dirty="0" err="1">
                <a:sym typeface="Wingdings" panose="05000000000000000000" pitchFamily="2" charset="2"/>
              </a:rPr>
              <a:t>확인하려하는</a:t>
            </a:r>
            <a:r>
              <a:rPr lang="ko-KR" altLang="en-US" sz="1100" dirty="0">
                <a:sym typeface="Wingdings" panose="05000000000000000000" pitchFamily="2" charset="2"/>
              </a:rPr>
              <a:t> </a:t>
            </a:r>
            <a:r>
              <a:rPr lang="en-US" altLang="ko-KR" sz="1100" dirty="0">
                <a:sym typeface="Wingdings" panose="05000000000000000000" pitchFamily="2" charset="2"/>
              </a:rPr>
              <a:t>session </a:t>
            </a:r>
            <a:r>
              <a:rPr lang="ko-KR" altLang="en-US" sz="1100" dirty="0">
                <a:sym typeface="Wingdings" panose="05000000000000000000" pitchFamily="2" charset="2"/>
              </a:rPr>
              <a:t>이름이 가독성이 </a:t>
            </a:r>
            <a:r>
              <a:rPr lang="ko-KR" altLang="en-US" sz="1100" dirty="0" err="1">
                <a:sym typeface="Wingdings" panose="05000000000000000000" pitchFamily="2" charset="2"/>
              </a:rPr>
              <a:t>안좋을때</a:t>
            </a:r>
            <a:r>
              <a:rPr lang="en-US" altLang="ko-KR" sz="1100" dirty="0">
                <a:sym typeface="Wingdings" panose="05000000000000000000" pitchFamily="2" charset="2"/>
              </a:rPr>
              <a:t>, </a:t>
            </a:r>
            <a:r>
              <a:rPr lang="ko-KR" altLang="en-US" sz="1100" dirty="0">
                <a:sym typeface="Wingdings" panose="05000000000000000000" pitchFamily="2" charset="2"/>
              </a:rPr>
              <a:t>특별한 세션 네임으로 남기고자 할 </a:t>
            </a:r>
            <a:r>
              <a:rPr lang="ko-KR" altLang="en-US" sz="1100" dirty="0" err="1">
                <a:sym typeface="Wingdings" panose="05000000000000000000" pitchFamily="2" charset="2"/>
              </a:rPr>
              <a:t>떄</a:t>
            </a:r>
            <a:r>
              <a:rPr lang="ko-KR" altLang="en-US" sz="1100" dirty="0">
                <a:sym typeface="Wingdings" panose="05000000000000000000" pitchFamily="2" charset="2"/>
              </a:rPr>
              <a:t> 사용</a:t>
            </a:r>
            <a:r>
              <a:rPr lang="en-US" altLang="ko-KR" sz="1100" dirty="0">
                <a:sym typeface="Wingdings" panose="05000000000000000000" pitchFamily="2" charset="2"/>
              </a:rPr>
              <a:t>]</a:t>
            </a:r>
          </a:p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986353400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</TotalTime>
  <Words>99</Words>
  <Application>Microsoft Office PowerPoint</Application>
  <PresentationFormat>와이드스크린</PresentationFormat>
  <Paragraphs>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Calibri</vt:lpstr>
      <vt:lpstr>Calibri Light</vt:lpstr>
      <vt:lpstr>Wingdings</vt:lpstr>
      <vt:lpstr>추억</vt:lpstr>
      <vt:lpstr>슬래시 커맨드</vt:lpstr>
      <vt:lpstr>자주 사용되는 슬래시 커맨드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</cp:revision>
  <dcterms:created xsi:type="dcterms:W3CDTF">2026-06-24T11:56:53Z</dcterms:created>
  <dcterms:modified xsi:type="dcterms:W3CDTF">2026-06-24T12:04:23Z</dcterms:modified>
</cp:coreProperties>
</file>