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8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764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1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842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0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40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09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5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276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82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61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3C6BDAE-0F7A-41D5-977E-1065F8360B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FA4C67-2978-4587-807F-9BF568D32FB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33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73FD6-E524-5A98-8B4A-87D2E359C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 dirty="0"/>
              <a:t>Claude model</a:t>
            </a:r>
            <a:r>
              <a:rPr lang="ko-KR" altLang="en-US" sz="6000" dirty="0"/>
              <a:t> 별칭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B3DBA1-EC68-48B9-D458-B6B3F8D143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47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9AF96B-3E4A-AE50-58D8-2183D4E12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Claude Model </a:t>
            </a:r>
            <a:r>
              <a:rPr lang="ko-KR" altLang="en-US" dirty="0"/>
              <a:t>별칭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B1B46B-43AF-DC57-30DC-52A299876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50261"/>
            <a:ext cx="7163800" cy="41344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3DF8B2-89C5-B768-6F84-B98F8C82BCD4}"/>
              </a:ext>
            </a:extLst>
          </p:cNvPr>
          <p:cNvSpPr txBox="1"/>
          <p:nvPr/>
        </p:nvSpPr>
        <p:spPr>
          <a:xfrm>
            <a:off x="8365402" y="1950261"/>
            <a:ext cx="3648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별칭을 통한 모델 선택 예제</a:t>
            </a:r>
            <a:br>
              <a:rPr lang="en-US" altLang="ko-KR" sz="1200" dirty="0"/>
            </a:b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en-US" altLang="ko-KR" sz="1200" dirty="0"/>
              <a:t>/model sonnet[1m] 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 err="1"/>
              <a:t>opusplan</a:t>
            </a:r>
            <a:r>
              <a:rPr lang="ko-KR" altLang="en-US" sz="1200" dirty="0"/>
              <a:t> </a:t>
            </a:r>
            <a:r>
              <a:rPr lang="en-US" altLang="ko-KR" sz="1200" dirty="0"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sym typeface="Wingdings" panose="05000000000000000000" pitchFamily="2" charset="2"/>
              </a:rPr>
              <a:t>계획단계에서 </a:t>
            </a:r>
            <a:r>
              <a:rPr lang="en-US" altLang="ko-KR" sz="1200" dirty="0">
                <a:sym typeface="Wingdings" panose="05000000000000000000" pitchFamily="2" charset="2"/>
              </a:rPr>
              <a:t>opus </a:t>
            </a:r>
            <a:r>
              <a:rPr lang="ko-KR" altLang="en-US" sz="1200" dirty="0">
                <a:sym typeface="Wingdings" panose="05000000000000000000" pitchFamily="2" charset="2"/>
              </a:rPr>
              <a:t>모델을 사용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구현할 때는 </a:t>
            </a:r>
            <a:r>
              <a:rPr lang="en-US" altLang="ko-KR" sz="1200" dirty="0">
                <a:sym typeface="Wingdings" panose="05000000000000000000" pitchFamily="2" charset="2"/>
              </a:rPr>
              <a:t>sonnet </a:t>
            </a:r>
            <a:r>
              <a:rPr lang="ko-KR" altLang="en-US" sz="1200" dirty="0">
                <a:sym typeface="Wingdings" panose="05000000000000000000" pitchFamily="2" charset="2"/>
              </a:rPr>
              <a:t>모델로 진행하는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                </a:t>
            </a:r>
            <a:r>
              <a:rPr lang="ko-KR" altLang="en-US" sz="1200" dirty="0">
                <a:sym typeface="Wingdings" panose="05000000000000000000" pitchFamily="2" charset="2"/>
              </a:rPr>
              <a:t>옵션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49769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9A9AA-3960-59CC-7DAF-863347CD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Claude </a:t>
            </a:r>
            <a:r>
              <a:rPr lang="ko-KR" altLang="en-US" sz="4000" dirty="0"/>
              <a:t>모델 별칭은 구독</a:t>
            </a:r>
            <a:r>
              <a:rPr lang="en-US" altLang="ko-KR" sz="4000" dirty="0"/>
              <a:t>Plan</a:t>
            </a:r>
            <a:r>
              <a:rPr lang="ko-KR" altLang="en-US" sz="4000" dirty="0"/>
              <a:t>에 따라 다르다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7D6600-870E-A209-51F8-31EDA2DF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52618"/>
            <a:ext cx="5982530" cy="25384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CACD2D-BB72-1883-1C02-1B9C72B3057F}"/>
              </a:ext>
            </a:extLst>
          </p:cNvPr>
          <p:cNvSpPr txBox="1"/>
          <p:nvPr/>
        </p:nvSpPr>
        <p:spPr>
          <a:xfrm>
            <a:off x="1097280" y="4762123"/>
            <a:ext cx="103100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Sonnet[1M] </a:t>
            </a:r>
            <a:r>
              <a:rPr lang="ko-KR" altLang="en-US" sz="1600" dirty="0"/>
              <a:t>컨텍스트 윈도우 적용을 위해 </a:t>
            </a:r>
            <a:r>
              <a:rPr lang="en-US" altLang="ko-KR" sz="1600" dirty="0"/>
              <a:t>/model sonnet[1m] </a:t>
            </a:r>
            <a:r>
              <a:rPr lang="ko-KR" altLang="en-US" sz="1600" dirty="0"/>
              <a:t>으로 지정해보았으나 </a:t>
            </a:r>
            <a:r>
              <a:rPr lang="en-US" altLang="ko-KR" sz="1600" dirty="0"/>
              <a:t>Pro </a:t>
            </a:r>
            <a:r>
              <a:rPr lang="ko-KR" altLang="en-US" sz="1600" dirty="0"/>
              <a:t>플랜에서는 </a:t>
            </a:r>
            <a:r>
              <a:rPr lang="ko-KR" altLang="en-US" sz="1600" dirty="0" err="1"/>
              <a:t>지원안한다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61726806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</TotalTime>
  <Words>65</Words>
  <Application>Microsoft Office PowerPoint</Application>
  <PresentationFormat>와이드스크린</PresentationFormat>
  <Paragraphs>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추억</vt:lpstr>
      <vt:lpstr>Claude model 별칭</vt:lpstr>
      <vt:lpstr>Claude Model 별칭</vt:lpstr>
      <vt:lpstr>Claude 모델 별칭은 구독Plan에 따라 다르다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</cp:revision>
  <dcterms:created xsi:type="dcterms:W3CDTF">2026-06-24T12:17:13Z</dcterms:created>
  <dcterms:modified xsi:type="dcterms:W3CDTF">2026-06-24T12:25:59Z</dcterms:modified>
</cp:coreProperties>
</file>