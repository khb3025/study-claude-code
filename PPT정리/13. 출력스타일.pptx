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3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9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2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78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73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44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31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010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2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1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C9D799-4079-43D6-BB3D-787F66F6EE8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EF6FD5-8C58-4B72-A5DD-D70D3CA50D3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49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323E1-E3B4-9E2C-6BE8-288F7AEC1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출력 스타일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2F17BF-D9AF-2362-A677-6366CCFA0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19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6F1F2-0E0F-D133-DC06-E17374822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 err="1"/>
              <a:t>클로드가</a:t>
            </a:r>
            <a:r>
              <a:rPr lang="ko-KR" altLang="en-US" sz="4000" dirty="0"/>
              <a:t> 기본으로 제공하는 출력스타일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A1EC0A-AC2D-9B0B-FF74-D043CD0F2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6676"/>
            <a:ext cx="3124636" cy="800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CB8FFE-3E5E-70DA-CD00-F524DFDD5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47709"/>
            <a:ext cx="3682404" cy="16586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0DE7E5-C649-A550-A732-9D6C2F43C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590" y="1806676"/>
            <a:ext cx="7107070" cy="2046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2E38AA-9BF4-B84B-CF37-D46157146865}"/>
              </a:ext>
            </a:extLst>
          </p:cNvPr>
          <p:cNvSpPr txBox="1"/>
          <p:nvPr/>
        </p:nvSpPr>
        <p:spPr>
          <a:xfrm>
            <a:off x="4861711" y="3974471"/>
            <a:ext cx="7097917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Default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가장 일반적인 모드</a:t>
            </a:r>
            <a:br>
              <a:rPr lang="en-US" altLang="ko-KR" sz="1100" dirty="0"/>
            </a:br>
            <a:r>
              <a:rPr lang="en-US" altLang="ko-KR" sz="1100" dirty="0"/>
              <a:t>                </a:t>
            </a:r>
            <a:r>
              <a:rPr lang="ko-KR" altLang="en-US" sz="1100" dirty="0"/>
              <a:t>코딩 작업을 효율적으로 완료</a:t>
            </a:r>
            <a:br>
              <a:rPr lang="en-US" altLang="ko-KR" sz="1100" dirty="0"/>
            </a:br>
            <a:r>
              <a:rPr lang="en-US" altLang="ko-KR" sz="1100" dirty="0"/>
              <a:t>                </a:t>
            </a:r>
            <a:r>
              <a:rPr lang="ko-KR" altLang="en-US" sz="1100" dirty="0"/>
              <a:t>설명 최소화 결과 중심</a:t>
            </a:r>
            <a:endParaRPr lang="en-US" altLang="ko-KR" sz="1100" dirty="0"/>
          </a:p>
          <a:p>
            <a:r>
              <a:rPr lang="en-US" altLang="ko-KR" sz="1100" dirty="0"/>
              <a:t>Proactive : </a:t>
            </a:r>
            <a:r>
              <a:rPr lang="ko-KR" altLang="en-US" sz="1100" dirty="0"/>
              <a:t>사용자의 허가를 자주 묻지 않음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                 </a:t>
            </a:r>
            <a:r>
              <a:rPr lang="ko-KR" altLang="en-US" sz="1100" dirty="0"/>
              <a:t>가능한 작업을 즉시 실행</a:t>
            </a:r>
            <a:br>
              <a:rPr lang="en-US" altLang="ko-KR" sz="1100" dirty="0"/>
            </a:br>
            <a:r>
              <a:rPr lang="en-US" altLang="ko-KR" sz="1100" dirty="0"/>
              <a:t>                     </a:t>
            </a:r>
            <a:r>
              <a:rPr lang="ko-KR" altLang="en-US" sz="1100" dirty="0"/>
              <a:t>계획보다는 행동 선호</a:t>
            </a:r>
            <a:endParaRPr lang="en-US" altLang="ko-KR" sz="1100" dirty="0"/>
          </a:p>
          <a:p>
            <a:r>
              <a:rPr lang="en-US" altLang="ko-KR" sz="1100" dirty="0"/>
              <a:t>                     (</a:t>
            </a:r>
            <a:r>
              <a:rPr lang="ko-KR" altLang="en-US" sz="1100" dirty="0"/>
              <a:t>관련된 행동에 대해 거리낌 없이 수행함</a:t>
            </a:r>
            <a:r>
              <a:rPr lang="en-US" altLang="ko-KR" sz="1100" dirty="0"/>
              <a:t>.)</a:t>
            </a:r>
            <a:br>
              <a:rPr lang="en-US" altLang="ko-KR" sz="1100" dirty="0"/>
            </a:br>
            <a:r>
              <a:rPr lang="en-US" altLang="ko-KR" sz="1100" dirty="0"/>
              <a:t>                     (Redis sentinel </a:t>
            </a:r>
            <a:r>
              <a:rPr lang="ko-KR" altLang="en-US" sz="1100" dirty="0"/>
              <a:t>구성해줘 </a:t>
            </a:r>
            <a:r>
              <a:rPr lang="en-US" altLang="ko-KR" sz="1100" dirty="0"/>
              <a:t>-&gt; docker-</a:t>
            </a:r>
            <a:r>
              <a:rPr lang="en-US" altLang="ko-KR" sz="1100" dirty="0" err="1"/>
              <a:t>compose.yml</a:t>
            </a:r>
            <a:r>
              <a:rPr lang="en-US" altLang="ko-KR" sz="1100" dirty="0"/>
              <a:t> </a:t>
            </a:r>
            <a:r>
              <a:rPr lang="ko-KR" altLang="en-US" sz="1100" dirty="0"/>
              <a:t>작성 </a:t>
            </a:r>
            <a:r>
              <a:rPr lang="en-US" altLang="ko-KR" sz="1100" dirty="0" err="1"/>
              <a:t>sentinel.conf</a:t>
            </a:r>
            <a:r>
              <a:rPr lang="ko-KR" altLang="en-US" sz="1100" dirty="0"/>
              <a:t>생성 설정 등</a:t>
            </a:r>
            <a:r>
              <a:rPr lang="en-US" altLang="ko-KR" sz="1100" dirty="0"/>
              <a:t>)</a:t>
            </a:r>
            <a:br>
              <a:rPr lang="en-US" altLang="ko-KR" sz="1100" dirty="0"/>
            </a:br>
            <a:r>
              <a:rPr lang="en-US" altLang="ko-KR" sz="1100" dirty="0"/>
              <a:t>Explanatory : Claude</a:t>
            </a:r>
            <a:r>
              <a:rPr lang="ko-KR" altLang="en-US" sz="1100" dirty="0"/>
              <a:t>가 구현을 하는 것에 대하여 의도를 자세히 설명</a:t>
            </a:r>
            <a:r>
              <a:rPr lang="en-US" altLang="ko-KR" sz="1100" dirty="0"/>
              <a:t>            </a:t>
            </a:r>
          </a:p>
          <a:p>
            <a:r>
              <a:rPr lang="en-US" altLang="ko-KR" sz="1100" dirty="0"/>
              <a:t>Learning : </a:t>
            </a:r>
            <a:r>
              <a:rPr lang="ko-KR" altLang="en-US" sz="1100" dirty="0"/>
              <a:t>학습을 위한 모드로 주요기능은 학습자가 직접 작성하도록 하는 모드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               </a:t>
            </a:r>
            <a:r>
              <a:rPr lang="ko-KR" altLang="en-US" sz="1100" dirty="0"/>
              <a:t>작은 단위의 코드를 개발자가 직접 작성하게 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9237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390DF-E766-71A3-07E0-C23E843D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지정 출력스타일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BD9B31-34A7-1AE3-AA53-299DE497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95" y="1955177"/>
            <a:ext cx="4934967" cy="29115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857BC5-0CA4-CEC0-6759-D088C29EA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349" y="1955177"/>
            <a:ext cx="4433997" cy="412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0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9C5E-E60A-CDAB-56DB-E6324DBD4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6C1CE-D93C-0C14-336B-6ED2BB3F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지정 출력스타일 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9CACE-D338-E204-BF76-D0F363F62191}"/>
              </a:ext>
            </a:extLst>
          </p:cNvPr>
          <p:cNvSpPr txBox="1"/>
          <p:nvPr/>
        </p:nvSpPr>
        <p:spPr>
          <a:xfrm>
            <a:off x="1097280" y="1737360"/>
            <a:ext cx="60975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---</a:t>
            </a:r>
          </a:p>
          <a:p>
            <a:r>
              <a:rPr lang="ko-KR" altLang="en-US" dirty="0" err="1"/>
              <a:t>name</a:t>
            </a:r>
            <a:r>
              <a:rPr lang="ko-KR" altLang="en-US" dirty="0"/>
              <a:t>:</a:t>
            </a:r>
            <a:r>
              <a:rPr lang="en-US" altLang="ko-KR" dirty="0"/>
              <a:t>Beginner Friendly</a:t>
            </a:r>
            <a:endParaRPr lang="ko-KR" altLang="en-US" dirty="0"/>
          </a:p>
          <a:p>
            <a:r>
              <a:rPr lang="ko-KR" altLang="en-US" dirty="0" err="1"/>
              <a:t>description</a:t>
            </a:r>
            <a:r>
              <a:rPr lang="ko-KR" altLang="en-US" dirty="0"/>
              <a:t>: 초보자를 위한 자세한 설명 스타일</a:t>
            </a:r>
            <a:br>
              <a:rPr lang="en-US" altLang="ko-KR" dirty="0"/>
            </a:br>
            <a:r>
              <a:rPr lang="ko-KR" altLang="en-US" dirty="0" err="1"/>
              <a:t>keep-coding-instructions</a:t>
            </a:r>
            <a:r>
              <a:rPr lang="ko-KR" altLang="en-US" dirty="0"/>
              <a:t>: </a:t>
            </a:r>
            <a:r>
              <a:rPr lang="ko-KR" altLang="en-US" dirty="0" err="1"/>
              <a:t>true</a:t>
            </a:r>
            <a:endParaRPr lang="ko-KR" altLang="en-US" dirty="0"/>
          </a:p>
          <a:p>
            <a:r>
              <a:rPr lang="ko-KR" altLang="en-US" dirty="0"/>
              <a:t>---</a:t>
            </a:r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Teacher</a:t>
            </a:r>
            <a:r>
              <a:rPr lang="ko-KR" altLang="en-US" dirty="0"/>
              <a:t> </a:t>
            </a:r>
            <a:r>
              <a:rPr lang="ko-KR" altLang="en-US" dirty="0" err="1"/>
              <a:t>Style</a:t>
            </a:r>
            <a:r>
              <a:rPr lang="ko-KR" altLang="en-US" dirty="0"/>
              <a:t> </a:t>
            </a:r>
            <a:r>
              <a:rPr lang="ko-KR" altLang="en-US" dirty="0" err="1"/>
              <a:t>Instructions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당신은 친절한 프로그래밍 선생님입니다.</a:t>
            </a:r>
          </a:p>
          <a:p>
            <a:endParaRPr lang="ko-KR" altLang="en-US" dirty="0"/>
          </a:p>
          <a:p>
            <a:r>
              <a:rPr lang="ko-KR" altLang="en-US" dirty="0"/>
              <a:t>## 주요 행동 방식</a:t>
            </a:r>
          </a:p>
          <a:p>
            <a:endParaRPr lang="ko-KR" altLang="en-US" dirty="0"/>
          </a:p>
          <a:p>
            <a:r>
              <a:rPr lang="ko-KR" altLang="en-US" dirty="0"/>
              <a:t>- 코드를 작성할 때마다 왜 이렇게 했는지 설명하세요</a:t>
            </a:r>
          </a:p>
          <a:p>
            <a:r>
              <a:rPr lang="ko-KR" altLang="en-US" dirty="0"/>
              <a:t>- 복잡한 개념은 쉬운 비유로 설명하세요</a:t>
            </a:r>
          </a:p>
          <a:p>
            <a:r>
              <a:rPr lang="ko-KR" altLang="en-US" dirty="0"/>
              <a:t>- 학생이 이해했는지 확인하는 질문을 하세요</a:t>
            </a:r>
          </a:p>
          <a:p>
            <a:r>
              <a:rPr lang="ko-KR" altLang="en-US" dirty="0"/>
              <a:t>- 긍정적이고 격려하는 톤을 유지하세요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3B0D2-E973-D61A-FA00-BAFD2AC4788C}"/>
              </a:ext>
            </a:extLst>
          </p:cNvPr>
          <p:cNvSpPr txBox="1"/>
          <p:nvPr/>
        </p:nvSpPr>
        <p:spPr>
          <a:xfrm>
            <a:off x="6672404" y="2815628"/>
            <a:ext cx="53777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“--” </a:t>
            </a:r>
            <a:r>
              <a:rPr lang="ko-KR" altLang="en-US" sz="1200" dirty="0"/>
              <a:t>사이의 정보는 </a:t>
            </a:r>
            <a:r>
              <a:rPr lang="en-US" altLang="ko-KR" sz="1200" dirty="0"/>
              <a:t>output-style</a:t>
            </a:r>
            <a:r>
              <a:rPr lang="ko-KR" altLang="en-US" sz="1200" dirty="0"/>
              <a:t>의 메타 정보 </a:t>
            </a:r>
            <a:endParaRPr lang="en-US" altLang="ko-KR" sz="1200" dirty="0"/>
          </a:p>
          <a:p>
            <a:r>
              <a:rPr lang="ko-KR" altLang="en-US" sz="1200" dirty="0"/>
              <a:t>그 아래는 해당 </a:t>
            </a:r>
            <a:r>
              <a:rPr lang="en-US" altLang="ko-KR" sz="1200" dirty="0"/>
              <a:t>output-style</a:t>
            </a:r>
            <a:r>
              <a:rPr lang="ko-KR" altLang="en-US" sz="1200" dirty="0"/>
              <a:t>의 지침으로 나뉘어 짐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keep-coding-instructions 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클로드의</a:t>
            </a:r>
            <a:r>
              <a:rPr lang="ko-KR" altLang="en-US" sz="1200" dirty="0"/>
              <a:t> 기본 </a:t>
            </a:r>
            <a:r>
              <a:rPr lang="en-US" altLang="ko-KR" sz="1200" dirty="0"/>
              <a:t>output </a:t>
            </a:r>
            <a:r>
              <a:rPr lang="ko-KR" altLang="en-US" sz="1200" dirty="0"/>
              <a:t>코딩 지침을 사용하여 행동 방식을 적용</a:t>
            </a:r>
            <a:r>
              <a:rPr lang="en-US" altLang="ko-KR" sz="1200" dirty="0"/>
              <a:t>. 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즉 코딩 관련 출력이 아닌 경우에는 </a:t>
            </a:r>
            <a:r>
              <a:rPr lang="en-US" altLang="ko-KR" sz="1200" dirty="0"/>
              <a:t>false</a:t>
            </a:r>
            <a:r>
              <a:rPr lang="ko-KR" altLang="en-US" sz="1200" dirty="0"/>
              <a:t>로 설정하는 것이 좋다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[※ </a:t>
            </a:r>
            <a:r>
              <a:rPr lang="ko-KR" altLang="en-US" sz="1200" dirty="0"/>
              <a:t>해당 옵션 설정이 없으면 기본 </a:t>
            </a:r>
            <a:r>
              <a:rPr lang="en-US" altLang="ko-KR" sz="1200" dirty="0"/>
              <a:t>false</a:t>
            </a:r>
            <a:r>
              <a:rPr lang="ko-KR" altLang="en-US" sz="1200" dirty="0"/>
              <a:t>로 동작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612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B9A6E-FF60-12CA-0EBF-F3D749E1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지정 출력스타일 적용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8D1443-6FA0-9A4A-5AFB-D3953D5F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114" y="1824459"/>
            <a:ext cx="6707578" cy="30553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A0DC86E-C4EA-EE5A-0025-019825571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114" y="4992354"/>
            <a:ext cx="7743603" cy="1865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C09AEC-75D8-E39C-F714-7E9C553EEF5A}"/>
              </a:ext>
            </a:extLst>
          </p:cNvPr>
          <p:cNvSpPr txBox="1"/>
          <p:nvPr/>
        </p:nvSpPr>
        <p:spPr>
          <a:xfrm>
            <a:off x="7994210" y="1824459"/>
            <a:ext cx="3829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.</a:t>
            </a:r>
            <a:r>
              <a:rPr lang="en-US" altLang="ko-KR" sz="1200" dirty="0" err="1"/>
              <a:t>cluade</a:t>
            </a:r>
            <a:r>
              <a:rPr lang="en-US" altLang="ko-KR" sz="1200" dirty="0"/>
              <a:t>/output-styles</a:t>
            </a:r>
            <a:r>
              <a:rPr lang="ko-KR" altLang="en-US" sz="1200" dirty="0"/>
              <a:t>에</a:t>
            </a:r>
            <a:br>
              <a:rPr lang="en-US" altLang="ko-KR" sz="1200" dirty="0"/>
            </a:br>
            <a:r>
              <a:rPr lang="ko-KR" altLang="en-US" sz="1200" dirty="0"/>
              <a:t>출력 스타일 </a:t>
            </a:r>
            <a:r>
              <a:rPr lang="en-US" altLang="ko-KR" sz="1200" dirty="0"/>
              <a:t>.md </a:t>
            </a:r>
            <a:r>
              <a:rPr lang="ko-KR" altLang="en-US" sz="1200" dirty="0"/>
              <a:t>파일을 작성하고</a:t>
            </a:r>
            <a:endParaRPr lang="en-US" altLang="ko-KR" sz="1200" dirty="0"/>
          </a:p>
          <a:p>
            <a:r>
              <a:rPr lang="en-US" altLang="ko-KR" sz="1200" dirty="0"/>
              <a:t>Claude</a:t>
            </a:r>
            <a:r>
              <a:rPr lang="ko-KR" altLang="en-US" sz="1200" dirty="0"/>
              <a:t>를 닫은 후 재실행하면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/config -&gt; output style</a:t>
            </a:r>
            <a:r>
              <a:rPr lang="ko-KR" altLang="en-US" sz="1200" dirty="0"/>
              <a:t>에서 사용자지정 출력을 확인가능</a:t>
            </a:r>
          </a:p>
        </p:txBody>
      </p:sp>
    </p:spTree>
    <p:extLst>
      <p:ext uri="{BB962C8B-B14F-4D97-AF65-F5344CB8AC3E}">
        <p14:creationId xmlns:p14="http://schemas.microsoft.com/office/powerpoint/2010/main" val="296072304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</TotalTime>
  <Words>249</Words>
  <Application>Microsoft Office PowerPoint</Application>
  <PresentationFormat>와이드스크린</PresentationFormat>
  <Paragraphs>31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추억</vt:lpstr>
      <vt:lpstr>출력 스타일</vt:lpstr>
      <vt:lpstr>클로드가 기본으로 제공하는 출력스타일</vt:lpstr>
      <vt:lpstr>사용자 지정 출력스타일</vt:lpstr>
      <vt:lpstr>사용자 지정 출력스타일 생성</vt:lpstr>
      <vt:lpstr>사용자 지정 출력스타일 적용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8</cp:revision>
  <dcterms:created xsi:type="dcterms:W3CDTF">2026-06-24T13:35:54Z</dcterms:created>
  <dcterms:modified xsi:type="dcterms:W3CDTF">2026-06-24T14:00:10Z</dcterms:modified>
</cp:coreProperties>
</file>