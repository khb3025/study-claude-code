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55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83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4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2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8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41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2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91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63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77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22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762D12-EDB4-4EF1-9305-512B97D75D2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2DE075-5B23-42B4-B4FD-8B460C99ED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99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ko/setting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1D47DE-E091-CF69-CC2A-288E79405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settings.json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EF30D8-3D63-72DD-F981-05E82AC6F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683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EA8FF-8E12-CFB0-5AB7-5860DDDC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클로드</a:t>
            </a:r>
            <a:r>
              <a:rPr lang="ko-KR" altLang="en-US" dirty="0"/>
              <a:t> 코드 설정 파일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898EBF-CF53-402A-9FEE-84F0CA140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4" y="1814287"/>
            <a:ext cx="7575603" cy="2345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5C75AA-D506-291E-6C1B-74C1B4FBB7B9}"/>
              </a:ext>
            </a:extLst>
          </p:cNvPr>
          <p:cNvSpPr txBox="1"/>
          <p:nvPr/>
        </p:nvSpPr>
        <p:spPr>
          <a:xfrm>
            <a:off x="880334" y="4246075"/>
            <a:ext cx="108891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클로드</a:t>
            </a:r>
            <a:r>
              <a:rPr lang="ko-KR" altLang="en-US" sz="1400" dirty="0"/>
              <a:t> 코드는 네 가지 설정파일 셋팅 방법을 지원한다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sz="1400" dirty="0">
                <a:sym typeface="Wingdings" panose="05000000000000000000" pitchFamily="2" charset="2"/>
                <a:hlinkClick r:id="rId3"/>
              </a:rPr>
              <a:t>https://code.claude.com/docs/ko/settings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2040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69328-766D-9F7C-FD7A-ACB9E2E1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</a:t>
            </a:r>
            <a:r>
              <a:rPr lang="en-US" altLang="ko-KR" dirty="0"/>
              <a:t>settings.md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C6C648-A309-E1F0-9E32-B9DFA53D3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19" y="1890695"/>
            <a:ext cx="2972215" cy="1609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9B285F-9F42-B644-B2A1-8291C3D4A4D2}"/>
              </a:ext>
            </a:extLst>
          </p:cNvPr>
          <p:cNvSpPr txBox="1"/>
          <p:nvPr/>
        </p:nvSpPr>
        <p:spPr>
          <a:xfrm>
            <a:off x="3612333" y="1890695"/>
            <a:ext cx="8365402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settings.json</a:t>
            </a:r>
            <a:r>
              <a:rPr lang="ko-KR" altLang="en-US" sz="1100" dirty="0"/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sym typeface="Wingdings" panose="05000000000000000000" pitchFamily="2" charset="2"/>
              </a:rPr>
              <a:t> 팀이 공유하기 위한 </a:t>
            </a:r>
            <a:r>
              <a:rPr lang="en-US" altLang="ko-KR" sz="1100" dirty="0" err="1">
                <a:sym typeface="Wingdings" panose="05000000000000000000" pitchFamily="2" charset="2"/>
              </a:rPr>
              <a:t>claude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설정 셋팅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dirty="0" err="1">
                <a:sym typeface="Wingdings" panose="05000000000000000000" pitchFamily="2" charset="2"/>
              </a:rPr>
              <a:t>settings.local.json</a:t>
            </a:r>
            <a:r>
              <a:rPr lang="en-US" altLang="ko-KR" sz="1100" dirty="0">
                <a:sym typeface="Wingdings" panose="05000000000000000000" pitchFamily="2" charset="2"/>
              </a:rPr>
              <a:t>   </a:t>
            </a:r>
            <a:r>
              <a:rPr lang="ko-KR" altLang="en-US" sz="1100" dirty="0">
                <a:sym typeface="Wingdings" panose="05000000000000000000" pitchFamily="2" charset="2"/>
              </a:rPr>
              <a:t>개인이 사용하기 위한 </a:t>
            </a:r>
            <a:r>
              <a:rPr lang="en-US" altLang="ko-KR" sz="1100" dirty="0" err="1">
                <a:sym typeface="Wingdings" panose="05000000000000000000" pitchFamily="2" charset="2"/>
              </a:rPr>
              <a:t>claude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설정 셋팅</a:t>
            </a:r>
            <a:br>
              <a:rPr lang="en-US" altLang="ko-KR" sz="1100" dirty="0">
                <a:sym typeface="Wingdings" panose="05000000000000000000" pitchFamily="2" charset="2"/>
              </a:rPr>
            </a:b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git </a:t>
            </a:r>
            <a:r>
              <a:rPr lang="ko-KR" altLang="en-US" sz="1100" dirty="0">
                <a:sym typeface="Wingdings" panose="05000000000000000000" pitchFamily="2" charset="2"/>
              </a:rPr>
              <a:t>사용시  </a:t>
            </a:r>
            <a:r>
              <a:rPr lang="en-US" altLang="ko-KR" sz="1100" dirty="0" err="1">
                <a:sym typeface="Wingdings" panose="05000000000000000000" pitchFamily="2" charset="2"/>
              </a:rPr>
              <a:t>settings.local.json</a:t>
            </a:r>
            <a:r>
              <a:rPr lang="ko-KR" altLang="en-US" sz="1100" dirty="0">
                <a:sym typeface="Wingdings" panose="05000000000000000000" pitchFamily="2" charset="2"/>
              </a:rPr>
              <a:t>은 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  <a:r>
              <a:rPr lang="en-US" altLang="ko-KR" sz="1100" dirty="0" err="1">
                <a:sym typeface="Wingdings" panose="05000000000000000000" pitchFamily="2" charset="2"/>
              </a:rPr>
              <a:t>gitignore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파일에 추가 하고 </a:t>
            </a:r>
            <a:r>
              <a:rPr lang="en-US" altLang="ko-KR" sz="1100" dirty="0" err="1">
                <a:sym typeface="Wingdings" panose="05000000000000000000" pitchFamily="2" charset="2"/>
              </a:rPr>
              <a:t>settings.json</a:t>
            </a:r>
            <a:r>
              <a:rPr lang="ko-KR" altLang="en-US" sz="1100" dirty="0">
                <a:sym typeface="Wingdings" panose="05000000000000000000" pitchFamily="2" charset="2"/>
              </a:rPr>
              <a:t>은 </a:t>
            </a:r>
            <a:r>
              <a:rPr lang="en-US" altLang="ko-KR" sz="1100" dirty="0">
                <a:sym typeface="Wingdings" panose="05000000000000000000" pitchFamily="2" charset="2"/>
              </a:rPr>
              <a:t>git main</a:t>
            </a:r>
            <a:r>
              <a:rPr lang="ko-KR" altLang="en-US" sz="1100" dirty="0">
                <a:sym typeface="Wingdings" panose="05000000000000000000" pitchFamily="2" charset="2"/>
              </a:rPr>
              <a:t>에 </a:t>
            </a:r>
            <a:r>
              <a:rPr lang="en-US" altLang="ko-KR" sz="1100" dirty="0">
                <a:sym typeface="Wingdings" panose="05000000000000000000" pitchFamily="2" charset="2"/>
              </a:rPr>
              <a:t>merge</a:t>
            </a:r>
            <a:r>
              <a:rPr lang="ko-KR" altLang="en-US" sz="1100" dirty="0">
                <a:sym typeface="Wingdings" panose="05000000000000000000" pitchFamily="2" charset="2"/>
              </a:rPr>
              <a:t>한다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ko-KR" altLang="en-US" sz="1100" dirty="0">
                <a:sym typeface="Wingdings" panose="05000000000000000000" pitchFamily="2" charset="2"/>
              </a:rPr>
              <a:t>개인 </a:t>
            </a:r>
            <a:r>
              <a:rPr lang="en-US" altLang="ko-KR" sz="1100" dirty="0">
                <a:sym typeface="Wingdings" panose="05000000000000000000" pitchFamily="2" charset="2"/>
              </a:rPr>
              <a:t>local </a:t>
            </a:r>
            <a:r>
              <a:rPr lang="ko-KR" altLang="en-US" sz="1100" dirty="0">
                <a:sym typeface="Wingdings" panose="05000000000000000000" pitchFamily="2" charset="2"/>
              </a:rPr>
              <a:t>설정의 경우 팀원들에게 공유하지 않을 개인의 설정파일이기 때문이다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endParaRPr lang="en-US" altLang="ko-KR" sz="1100" dirty="0">
              <a:sym typeface="Wingdings" panose="05000000000000000000" pitchFamily="2" charset="2"/>
            </a:endParaRPr>
          </a:p>
          <a:p>
            <a:r>
              <a:rPr lang="en-US" altLang="ko-KR" sz="1100" b="1" dirty="0">
                <a:sym typeface="Wingdings" panose="05000000000000000000" pitchFamily="2" charset="2"/>
              </a:rPr>
              <a:t>※ </a:t>
            </a:r>
            <a:r>
              <a:rPr lang="ko-KR" altLang="en-US" sz="1100" b="1" dirty="0">
                <a:sym typeface="Wingdings" panose="05000000000000000000" pitchFamily="2" charset="2"/>
              </a:rPr>
              <a:t>공식 </a:t>
            </a:r>
            <a:r>
              <a:rPr lang="en-US" altLang="ko-KR" sz="1100" b="1" dirty="0">
                <a:sym typeface="Wingdings" panose="05000000000000000000" pitchFamily="2" charset="2"/>
              </a:rPr>
              <a:t>DOC </a:t>
            </a:r>
            <a:r>
              <a:rPr lang="ko-KR" altLang="en-US" sz="1100" b="1" dirty="0">
                <a:sym typeface="Wingdings" panose="05000000000000000000" pitchFamily="2" charset="2"/>
              </a:rPr>
              <a:t>의 경로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r>
              <a:rPr lang="ko-KR" altLang="en-US" sz="1100" dirty="0">
                <a:sym typeface="Wingdings" panose="05000000000000000000" pitchFamily="2" charset="2"/>
              </a:rPr>
              <a:t>공식 </a:t>
            </a:r>
            <a:r>
              <a:rPr lang="en-US" altLang="ko-KR" sz="1100" dirty="0">
                <a:sym typeface="Wingdings" panose="05000000000000000000" pitchFamily="2" charset="2"/>
              </a:rPr>
              <a:t>document </a:t>
            </a:r>
            <a:r>
              <a:rPr lang="ko-KR" altLang="en-US" sz="1100" dirty="0">
                <a:sym typeface="Wingdings" panose="05000000000000000000" pitchFamily="2" charset="2"/>
              </a:rPr>
              <a:t>에서는 </a:t>
            </a:r>
            <a:r>
              <a:rPr lang="en-US" altLang="ko-KR" sz="1100" dirty="0">
                <a:sym typeface="Wingdings" panose="05000000000000000000" pitchFamily="2" charset="2"/>
              </a:rPr>
              <a:t>~/.claude/settings.py [</a:t>
            </a:r>
            <a:r>
              <a:rPr lang="ko-KR" altLang="en-US" sz="1100" dirty="0">
                <a:sym typeface="Wingdings" panose="05000000000000000000" pitchFamily="2" charset="2"/>
              </a:rPr>
              <a:t>리눅스</a:t>
            </a:r>
            <a:r>
              <a:rPr lang="en-US" altLang="ko-KR" sz="1100" dirty="0">
                <a:sym typeface="Wingdings" panose="05000000000000000000" pitchFamily="2" charset="2"/>
              </a:rPr>
              <a:t>OS] | C:\User\khb\.claude\settings.json</a:t>
            </a:r>
          </a:p>
          <a:p>
            <a:r>
              <a:rPr lang="ko-KR" altLang="en-US" sz="1100" dirty="0"/>
              <a:t>로 나와있다</a:t>
            </a:r>
            <a:r>
              <a:rPr lang="en-US" altLang="ko-KR" sz="1100" dirty="0"/>
              <a:t>. </a:t>
            </a:r>
            <a:r>
              <a:rPr lang="ko-KR" altLang="en-US" sz="1100" dirty="0"/>
              <a:t>해당 경로의 셋팅 시 사용자가 관리하는 모든 프로젝트는 </a:t>
            </a:r>
            <a:r>
              <a:rPr lang="en-US" altLang="ko-KR" sz="1100" dirty="0"/>
              <a:t>.</a:t>
            </a:r>
            <a:r>
              <a:rPr lang="en-US" altLang="ko-KR" sz="1100" dirty="0" err="1"/>
              <a:t>claude</a:t>
            </a:r>
            <a:r>
              <a:rPr lang="en-US" altLang="ko-KR" sz="1100" dirty="0"/>
              <a:t>/</a:t>
            </a:r>
            <a:r>
              <a:rPr lang="en-US" altLang="ko-KR" sz="1100" dirty="0" err="1"/>
              <a:t>settings.json</a:t>
            </a:r>
            <a:r>
              <a:rPr lang="ko-KR" altLang="en-US" sz="1100" dirty="0"/>
              <a:t> 의 영향을 받게 된다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그러나 프로젝트 내 </a:t>
            </a:r>
            <a:r>
              <a:rPr lang="en-US" altLang="ko-KR" sz="1100" dirty="0" err="1"/>
              <a:t>settings.json</a:t>
            </a:r>
            <a:r>
              <a:rPr lang="ko-KR" altLang="en-US" sz="1100" dirty="0"/>
              <a:t>은</a:t>
            </a:r>
            <a:r>
              <a:rPr lang="en-US" altLang="ko-KR" sz="1100" dirty="0"/>
              <a:t> pull</a:t>
            </a:r>
            <a:r>
              <a:rPr lang="ko-KR" altLang="en-US" sz="1100" dirty="0"/>
              <a:t>을 받을 때 마다 해당 사용자 경로로 이동 시켜주어야 </a:t>
            </a:r>
            <a:r>
              <a:rPr lang="ko-KR" altLang="en-US" sz="1100" dirty="0" err="1"/>
              <a:t>하는건가</a:t>
            </a:r>
            <a:r>
              <a:rPr lang="en-US" altLang="ko-KR" sz="1100" dirty="0"/>
              <a:t>? </a:t>
            </a:r>
            <a:r>
              <a:rPr lang="ko-KR" altLang="en-US" sz="1100" dirty="0"/>
              <a:t>라는 의문이 있을 수 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하지만 그럴 필요 없다</a:t>
            </a:r>
            <a:r>
              <a:rPr lang="en-US" altLang="ko-KR" sz="1100" dirty="0"/>
              <a:t>. </a:t>
            </a:r>
          </a:p>
          <a:p>
            <a:endParaRPr lang="en-US" altLang="ko-KR" sz="1100" dirty="0"/>
          </a:p>
          <a:p>
            <a:r>
              <a:rPr lang="en-US" altLang="ko-KR" sz="1100" dirty="0"/>
              <a:t>Claude</a:t>
            </a:r>
            <a:r>
              <a:rPr lang="ko-KR" altLang="en-US" sz="1100" dirty="0"/>
              <a:t>는 </a:t>
            </a:r>
            <a:r>
              <a:rPr lang="en-US" altLang="ko-KR" sz="1100" dirty="0"/>
              <a:t>managed </a:t>
            </a:r>
            <a:r>
              <a:rPr lang="ko-KR" altLang="en-US" sz="1100" dirty="0"/>
              <a:t>범위 </a:t>
            </a:r>
            <a:r>
              <a:rPr lang="en-US" altLang="ko-KR" sz="1100" dirty="0"/>
              <a:t>/ User </a:t>
            </a:r>
            <a:r>
              <a:rPr lang="ko-KR" altLang="en-US" sz="1100" dirty="0"/>
              <a:t>범위</a:t>
            </a:r>
            <a:r>
              <a:rPr lang="en-US" altLang="ko-KR" sz="1100" dirty="0"/>
              <a:t>/ Project</a:t>
            </a:r>
            <a:r>
              <a:rPr lang="ko-KR" altLang="en-US" sz="1100" dirty="0"/>
              <a:t>범위 </a:t>
            </a:r>
            <a:r>
              <a:rPr lang="en-US" altLang="ko-KR" sz="1100" dirty="0"/>
              <a:t>/ Local </a:t>
            </a:r>
            <a:r>
              <a:rPr lang="ko-KR" altLang="en-US" sz="1100" dirty="0"/>
              <a:t>범위 의 셋팅 파일을 읽어들 임으로 결국 프로젝트 내 </a:t>
            </a:r>
            <a:r>
              <a:rPr lang="en-US" altLang="ko-KR" sz="1100" dirty="0" err="1"/>
              <a:t>settings.json</a:t>
            </a:r>
            <a:r>
              <a:rPr lang="ko-KR" altLang="en-US" sz="1100" dirty="0"/>
              <a:t>도 읽어 적용하게 된다</a:t>
            </a:r>
            <a:r>
              <a:rPr lang="en-US" altLang="ko-KR" sz="1100" dirty="0"/>
              <a:t>. </a:t>
            </a:r>
            <a:r>
              <a:rPr lang="ko-KR" altLang="en-US" sz="1100" dirty="0"/>
              <a:t>팀은 해당 파일을 </a:t>
            </a:r>
            <a:r>
              <a:rPr lang="en-US" altLang="ko-KR" sz="1100" dirty="0"/>
              <a:t>pull </a:t>
            </a:r>
            <a:r>
              <a:rPr lang="ko-KR" altLang="en-US" sz="1100" dirty="0"/>
              <a:t>을 받아 프로젝트 내 설정 값을 가지게 됨으로  팀이 함께 공유할 </a:t>
            </a:r>
            <a:br>
              <a:rPr lang="en-US" altLang="ko-KR" sz="1100" dirty="0"/>
            </a:br>
            <a:r>
              <a:rPr lang="en-US" altLang="ko-KR" sz="1100" dirty="0"/>
              <a:t>.</a:t>
            </a:r>
            <a:r>
              <a:rPr lang="en-US" altLang="ko-KR" sz="1100" dirty="0" err="1"/>
              <a:t>claude</a:t>
            </a:r>
            <a:r>
              <a:rPr lang="en-US" altLang="ko-KR" sz="1100" dirty="0"/>
              <a:t> </a:t>
            </a:r>
            <a:r>
              <a:rPr lang="ko-KR" altLang="en-US" sz="1100" dirty="0"/>
              <a:t>설정을 </a:t>
            </a:r>
            <a:r>
              <a:rPr lang="en-US" altLang="ko-KR" sz="1100" dirty="0"/>
              <a:t>{</a:t>
            </a:r>
            <a:r>
              <a:rPr lang="ko-KR" altLang="en-US" sz="1100" dirty="0"/>
              <a:t>프로젝트</a:t>
            </a:r>
            <a:r>
              <a:rPr lang="en-US" altLang="ko-KR" sz="1100" dirty="0"/>
              <a:t>}/.</a:t>
            </a:r>
            <a:r>
              <a:rPr lang="en-US" altLang="ko-KR" sz="1100" dirty="0" err="1"/>
              <a:t>claude</a:t>
            </a:r>
            <a:r>
              <a:rPr lang="en-US" altLang="ko-KR" sz="1100" dirty="0"/>
              <a:t>/</a:t>
            </a:r>
            <a:r>
              <a:rPr lang="en-US" altLang="ko-KR" sz="1100" dirty="0" err="1"/>
              <a:t>settings.json</a:t>
            </a:r>
            <a:r>
              <a:rPr lang="en-US" altLang="ko-KR" sz="1100" dirty="0"/>
              <a:t> </a:t>
            </a:r>
            <a:r>
              <a:rPr lang="ko-KR" altLang="en-US" sz="1100" dirty="0"/>
              <a:t>으로 관리하게 된다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15757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F60D0-2126-8FEF-1747-ADAF18F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</a:t>
            </a:r>
            <a:r>
              <a:rPr lang="ko-KR" altLang="en-US" dirty="0"/>
              <a:t>코드 </a:t>
            </a:r>
            <a:r>
              <a:rPr lang="en-US" altLang="ko-KR" dirty="0" err="1"/>
              <a:t>settings.json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9D7F4-D39F-FBE0-8303-AD068430D866}"/>
              </a:ext>
            </a:extLst>
          </p:cNvPr>
          <p:cNvSpPr txBox="1"/>
          <p:nvPr/>
        </p:nvSpPr>
        <p:spPr>
          <a:xfrm>
            <a:off x="1097280" y="1737360"/>
            <a:ext cx="740799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"$</a:t>
            </a:r>
            <a:r>
              <a:rPr lang="ko-KR" altLang="en-US" sz="1200" dirty="0" err="1"/>
              <a:t>schema</a:t>
            </a:r>
            <a:r>
              <a:rPr lang="ko-KR" altLang="en-US" sz="1200" dirty="0"/>
              <a:t>": "https://json.schemastore.org/claude-code-settings.json",</a:t>
            </a:r>
          </a:p>
          <a:p>
            <a:r>
              <a:rPr lang="ko-KR" altLang="en-US" sz="1200" dirty="0"/>
              <a:t>  "</a:t>
            </a:r>
            <a:r>
              <a:rPr lang="ko-KR" altLang="en-US" sz="1200" dirty="0" err="1"/>
              <a:t>permissions</a:t>
            </a:r>
            <a:r>
              <a:rPr lang="ko-KR" altLang="en-US" sz="1200" dirty="0"/>
              <a:t>": {</a:t>
            </a:r>
          </a:p>
          <a:p>
            <a:r>
              <a:rPr lang="ko-KR" altLang="en-US" sz="1200" dirty="0"/>
              <a:t>    "</a:t>
            </a:r>
            <a:r>
              <a:rPr lang="ko-KR" altLang="en-US" sz="1200" dirty="0" err="1"/>
              <a:t>allow</a:t>
            </a:r>
            <a:r>
              <a:rPr lang="ko-KR" altLang="en-US" sz="1200" dirty="0"/>
              <a:t>": [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Bash</a:t>
            </a:r>
            <a:r>
              <a:rPr lang="ko-KR" altLang="en-US" sz="1200" dirty="0"/>
              <a:t>(</a:t>
            </a:r>
            <a:r>
              <a:rPr lang="ko-KR" altLang="en-US" sz="1200" dirty="0" err="1"/>
              <a:t>npm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run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lint</a:t>
            </a:r>
            <a:r>
              <a:rPr lang="ko-KR" altLang="en-US" sz="1200" dirty="0"/>
              <a:t>)",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Bash</a:t>
            </a:r>
            <a:r>
              <a:rPr lang="ko-KR" altLang="en-US" sz="1200" dirty="0"/>
              <a:t>(</a:t>
            </a:r>
            <a:r>
              <a:rPr lang="ko-KR" altLang="en-US" sz="1200" dirty="0" err="1"/>
              <a:t>npm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run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test</a:t>
            </a:r>
            <a:r>
              <a:rPr lang="ko-KR" altLang="en-US" sz="1200" dirty="0"/>
              <a:t> *)",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Read</a:t>
            </a:r>
            <a:r>
              <a:rPr lang="ko-KR" altLang="en-US" sz="1200" dirty="0"/>
              <a:t>(~/.</a:t>
            </a:r>
            <a:r>
              <a:rPr lang="ko-KR" altLang="en-US" sz="1200" dirty="0" err="1"/>
              <a:t>zshrc</a:t>
            </a:r>
            <a:r>
              <a:rPr lang="ko-KR" altLang="en-US" sz="1200" dirty="0"/>
              <a:t>)"</a:t>
            </a:r>
          </a:p>
          <a:p>
            <a:r>
              <a:rPr lang="ko-KR" altLang="en-US" sz="1200" dirty="0"/>
              <a:t>    ],</a:t>
            </a:r>
          </a:p>
          <a:p>
            <a:r>
              <a:rPr lang="ko-KR" altLang="en-US" sz="1200" dirty="0"/>
              <a:t>    "</a:t>
            </a:r>
            <a:r>
              <a:rPr lang="ko-KR" altLang="en-US" sz="1200" dirty="0" err="1"/>
              <a:t>deny</a:t>
            </a:r>
            <a:r>
              <a:rPr lang="ko-KR" altLang="en-US" sz="1200" dirty="0"/>
              <a:t>": [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Bash</a:t>
            </a:r>
            <a:r>
              <a:rPr lang="ko-KR" altLang="en-US" sz="1200" dirty="0"/>
              <a:t>(</a:t>
            </a:r>
            <a:r>
              <a:rPr lang="ko-KR" altLang="en-US" sz="1200" dirty="0" err="1"/>
              <a:t>curl</a:t>
            </a:r>
            <a:r>
              <a:rPr lang="ko-KR" altLang="en-US" sz="1200" dirty="0"/>
              <a:t> *)",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Read</a:t>
            </a:r>
            <a:r>
              <a:rPr lang="ko-KR" altLang="en-US" sz="1200" dirty="0"/>
              <a:t>(./.</a:t>
            </a:r>
            <a:r>
              <a:rPr lang="ko-KR" altLang="en-US" sz="1200" dirty="0" err="1"/>
              <a:t>env</a:t>
            </a:r>
            <a:r>
              <a:rPr lang="ko-KR" altLang="en-US" sz="1200" dirty="0"/>
              <a:t>)",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Read</a:t>
            </a:r>
            <a:r>
              <a:rPr lang="ko-KR" altLang="en-US" sz="1200" dirty="0"/>
              <a:t>(./.</a:t>
            </a:r>
            <a:r>
              <a:rPr lang="ko-KR" altLang="en-US" sz="1200" dirty="0" err="1"/>
              <a:t>env</a:t>
            </a:r>
            <a:r>
              <a:rPr lang="ko-KR" altLang="en-US" sz="1200" dirty="0"/>
              <a:t>.*)",</a:t>
            </a:r>
          </a:p>
          <a:p>
            <a:r>
              <a:rPr lang="ko-KR" altLang="en-US" sz="1200" dirty="0"/>
              <a:t>      "</a:t>
            </a:r>
            <a:r>
              <a:rPr lang="ko-KR" altLang="en-US" sz="1200" dirty="0" err="1"/>
              <a:t>Read</a:t>
            </a:r>
            <a:r>
              <a:rPr lang="ko-KR" altLang="en-US" sz="1200" dirty="0"/>
              <a:t>(./</a:t>
            </a:r>
            <a:r>
              <a:rPr lang="ko-KR" altLang="en-US" sz="1200" dirty="0" err="1"/>
              <a:t>secrets</a:t>
            </a:r>
            <a:r>
              <a:rPr lang="ko-KR" altLang="en-US" sz="1200" dirty="0"/>
              <a:t>/**)"</a:t>
            </a:r>
          </a:p>
          <a:p>
            <a:r>
              <a:rPr lang="ko-KR" altLang="en-US" sz="1200" dirty="0"/>
              <a:t>    ]</a:t>
            </a:r>
          </a:p>
          <a:p>
            <a:r>
              <a:rPr lang="ko-KR" altLang="en-US" sz="1200" dirty="0"/>
              <a:t>  },</a:t>
            </a:r>
          </a:p>
          <a:p>
            <a:r>
              <a:rPr lang="ko-KR" altLang="en-US" sz="1200" dirty="0"/>
              <a:t>  "</a:t>
            </a:r>
            <a:r>
              <a:rPr lang="ko-KR" altLang="en-US" sz="1200" dirty="0" err="1"/>
              <a:t>env</a:t>
            </a:r>
            <a:r>
              <a:rPr lang="ko-KR" altLang="en-US" sz="1200" dirty="0"/>
              <a:t>": {</a:t>
            </a:r>
          </a:p>
          <a:p>
            <a:r>
              <a:rPr lang="ko-KR" altLang="en-US" sz="1200" dirty="0"/>
              <a:t>    "CLAUDE_CODE_ENABLE_TELEMETRY": "1",</a:t>
            </a:r>
          </a:p>
          <a:p>
            <a:r>
              <a:rPr lang="ko-KR" altLang="en-US" sz="1200" dirty="0"/>
              <a:t>    "OTEL_METRICS_EXPORTER": "</a:t>
            </a:r>
            <a:r>
              <a:rPr lang="ko-KR" altLang="en-US" sz="1200" dirty="0" err="1"/>
              <a:t>otlp</a:t>
            </a:r>
            <a:r>
              <a:rPr lang="ko-KR" altLang="en-US" sz="1200" dirty="0"/>
              <a:t>"</a:t>
            </a:r>
          </a:p>
          <a:p>
            <a:r>
              <a:rPr lang="ko-KR" altLang="en-US" sz="1200" dirty="0"/>
              <a:t>  },</a:t>
            </a:r>
          </a:p>
          <a:p>
            <a:r>
              <a:rPr lang="ko-KR" altLang="en-US" sz="1200" dirty="0"/>
              <a:t>  "</a:t>
            </a:r>
            <a:r>
              <a:rPr lang="ko-KR" altLang="en-US" sz="1200" dirty="0" err="1"/>
              <a:t>companyAnnouncements</a:t>
            </a:r>
            <a:r>
              <a:rPr lang="ko-KR" altLang="en-US" sz="1200" dirty="0"/>
              <a:t>": [</a:t>
            </a:r>
          </a:p>
          <a:p>
            <a:r>
              <a:rPr lang="ko-KR" altLang="en-US" sz="1200" dirty="0"/>
              <a:t>    "</a:t>
            </a:r>
            <a:r>
              <a:rPr lang="ko-KR" altLang="en-US" sz="1200" dirty="0" err="1"/>
              <a:t>Welcome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to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Acme</a:t>
            </a:r>
            <a:r>
              <a:rPr lang="ko-KR" altLang="en-US" sz="1200" dirty="0"/>
              <a:t> Corp! </a:t>
            </a:r>
            <a:r>
              <a:rPr lang="ko-KR" altLang="en-US" sz="1200" dirty="0" err="1"/>
              <a:t>Review</a:t>
            </a:r>
            <a:r>
              <a:rPr lang="ko-KR" altLang="en-US" sz="1200" dirty="0"/>
              <a:t> </a:t>
            </a:r>
            <a:r>
              <a:rPr lang="ko-KR" altLang="en-US" sz="1200" dirty="0" err="1"/>
              <a:t>our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code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guidelines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docs.acme.com</a:t>
            </a:r>
            <a:r>
              <a:rPr lang="ko-KR" altLang="en-US" sz="1200" dirty="0"/>
              <a:t>",</a:t>
            </a:r>
          </a:p>
          <a:p>
            <a:r>
              <a:rPr lang="ko-KR" altLang="en-US" sz="1200" dirty="0"/>
              <a:t>    "</a:t>
            </a:r>
            <a:r>
              <a:rPr lang="ko-KR" altLang="en-US" sz="1200" dirty="0" err="1"/>
              <a:t>Reminder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Code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reviews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required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for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PRs</a:t>
            </a:r>
            <a:r>
              <a:rPr lang="ko-KR" altLang="en-US" sz="1200" dirty="0"/>
              <a:t>",</a:t>
            </a:r>
          </a:p>
          <a:p>
            <a:r>
              <a:rPr lang="ko-KR" altLang="en-US" sz="1200" dirty="0"/>
              <a:t>    "New </a:t>
            </a:r>
            <a:r>
              <a:rPr lang="ko-KR" altLang="en-US" sz="1200" dirty="0" err="1"/>
              <a:t>security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policy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effect</a:t>
            </a:r>
            <a:r>
              <a:rPr lang="ko-KR" altLang="en-US" sz="1200" dirty="0"/>
              <a:t>"</a:t>
            </a:r>
          </a:p>
          <a:p>
            <a:r>
              <a:rPr lang="ko-KR" altLang="en-US" sz="1200" dirty="0"/>
              <a:t>  ]</a:t>
            </a:r>
          </a:p>
          <a:p>
            <a:r>
              <a:rPr lang="ko-KR" altLang="en-US" sz="12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DC3DE-025F-C98E-7B76-596DEED14FD3}"/>
              </a:ext>
            </a:extLst>
          </p:cNvPr>
          <p:cNvSpPr txBox="1"/>
          <p:nvPr/>
        </p:nvSpPr>
        <p:spPr>
          <a:xfrm>
            <a:off x="6581869" y="2009869"/>
            <a:ext cx="5223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권한 관리에서 </a:t>
            </a:r>
            <a:r>
              <a:rPr lang="en-US" altLang="ko-KR" sz="1400" dirty="0"/>
              <a:t>/permission </a:t>
            </a:r>
            <a:r>
              <a:rPr lang="ko-KR" altLang="en-US" sz="1400" dirty="0"/>
              <a:t>명령으로 </a:t>
            </a:r>
            <a:br>
              <a:rPr lang="en-US" altLang="ko-KR" sz="1400" dirty="0"/>
            </a:br>
            <a:r>
              <a:rPr lang="en-US" altLang="ko-KR" sz="1400" dirty="0"/>
              <a:t>allow , deny, ask </a:t>
            </a:r>
            <a:r>
              <a:rPr lang="ko-KR" altLang="en-US" sz="1400" dirty="0"/>
              <a:t>에 대한 설정을 할 수 있었다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뿐만 아니라 환경변수 및 다양한 </a:t>
            </a:r>
            <a:r>
              <a:rPr lang="en-US" altLang="ko-KR" sz="1400" dirty="0"/>
              <a:t>Claude </a:t>
            </a:r>
            <a:r>
              <a:rPr lang="ko-KR" altLang="en-US" sz="1400" dirty="0"/>
              <a:t>옵션들을 </a:t>
            </a:r>
            <a:br>
              <a:rPr lang="en-US" altLang="ko-KR" sz="1400" dirty="0"/>
            </a:br>
            <a:r>
              <a:rPr lang="en-US" altLang="ko-KR" sz="1400" dirty="0" err="1"/>
              <a:t>settings.json</a:t>
            </a:r>
            <a:r>
              <a:rPr lang="en-US" altLang="ko-KR" sz="1400" dirty="0"/>
              <a:t> </a:t>
            </a:r>
            <a:r>
              <a:rPr lang="ko-KR" altLang="en-US" sz="1400" dirty="0"/>
              <a:t>에 작성하여 적용할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09580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2A5C5-A123-1783-2FD4-71808615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몇 가지 </a:t>
            </a:r>
            <a:r>
              <a:rPr lang="ko-KR" altLang="en-US" dirty="0" err="1"/>
              <a:t>유요한</a:t>
            </a:r>
            <a:r>
              <a:rPr lang="ko-KR" altLang="en-US" dirty="0"/>
              <a:t> 설정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1D4F7-6574-C80E-0A97-7B24E6D21EA9}"/>
              </a:ext>
            </a:extLst>
          </p:cNvPr>
          <p:cNvSpPr txBox="1"/>
          <p:nvPr/>
        </p:nvSpPr>
        <p:spPr>
          <a:xfrm>
            <a:off x="5279339" y="1901228"/>
            <a:ext cx="55769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자주 사용하는 권한 모드가 있다면</a:t>
            </a:r>
            <a:r>
              <a:rPr lang="en-US" altLang="ko-KR" sz="1200" dirty="0"/>
              <a:t>? </a:t>
            </a:r>
            <a:r>
              <a:rPr lang="en-US" altLang="ko-KR" sz="1200" dirty="0"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sym typeface="Wingdings" panose="05000000000000000000" pitchFamily="2" charset="2"/>
              </a:rPr>
              <a:t> </a:t>
            </a:r>
            <a:r>
              <a:rPr lang="en-US" altLang="ko-KR" sz="1200" dirty="0" err="1">
                <a:sym typeface="Wingdings" panose="05000000000000000000" pitchFamily="2" charset="2"/>
              </a:rPr>
              <a:t>defaultMode</a:t>
            </a:r>
            <a:r>
              <a:rPr lang="ko-KR" altLang="en-US" sz="1200" dirty="0">
                <a:sym typeface="Wingdings" panose="05000000000000000000" pitchFamily="2" charset="2"/>
              </a:rPr>
              <a:t> 설정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ko-KR" altLang="en-US" sz="1200" dirty="0">
                <a:sym typeface="Wingdings" panose="05000000000000000000" pitchFamily="2" charset="2"/>
              </a:rPr>
              <a:t>참고할 만한 프로젝트가 있다면</a:t>
            </a:r>
            <a:r>
              <a:rPr lang="en-US" altLang="ko-KR" sz="1200" dirty="0">
                <a:sym typeface="Wingdings" panose="05000000000000000000" pitchFamily="2" charset="2"/>
              </a:rPr>
              <a:t>?</a:t>
            </a:r>
            <a:r>
              <a:rPr lang="ko-KR" altLang="en-US" sz="1200" dirty="0"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</a:t>
            </a:r>
            <a:r>
              <a:rPr lang="en-US" altLang="ko-KR" sz="1200" dirty="0" err="1">
                <a:sym typeface="Wingdings" panose="05000000000000000000" pitchFamily="2" charset="2"/>
              </a:rPr>
              <a:t>additionalDirectories</a:t>
            </a:r>
            <a:r>
              <a:rPr lang="en-US" altLang="ko-KR" sz="1200" dirty="0">
                <a:sym typeface="Wingdings" panose="05000000000000000000" pitchFamily="2" charset="2"/>
              </a:rPr>
              <a:t> : [“</a:t>
            </a:r>
            <a:r>
              <a:rPr lang="ko-KR" altLang="en-US" sz="1200" dirty="0">
                <a:sym typeface="Wingdings" panose="05000000000000000000" pitchFamily="2" charset="2"/>
              </a:rPr>
              <a:t>참고 프로젝트 경로</a:t>
            </a:r>
            <a:r>
              <a:rPr lang="en-US" altLang="ko-KR" sz="1200" dirty="0">
                <a:sym typeface="Wingdings" panose="05000000000000000000" pitchFamily="2" charset="2"/>
              </a:rPr>
              <a:t>”]</a:t>
            </a:r>
          </a:p>
          <a:p>
            <a:r>
              <a:rPr lang="en-US" altLang="ko-KR" sz="1200" dirty="0">
                <a:sym typeface="Wingdings" panose="05000000000000000000" pitchFamily="2" charset="2"/>
              </a:rPr>
              <a:t>Claude</a:t>
            </a:r>
            <a:r>
              <a:rPr lang="ko-KR" altLang="en-US" sz="1200" dirty="0">
                <a:sym typeface="Wingdings" panose="05000000000000000000" pitchFamily="2" charset="2"/>
              </a:rPr>
              <a:t>가 임의대로 수정하지 않았으면 하는 중요 파일 </a:t>
            </a:r>
            <a:r>
              <a:rPr lang="en-US" altLang="ko-KR" sz="1200" dirty="0">
                <a:sym typeface="Wingdings" panose="05000000000000000000" pitchFamily="2" charset="2"/>
              </a:rPr>
              <a:t> deny </a:t>
            </a:r>
          </a:p>
          <a:p>
            <a:r>
              <a:rPr lang="en-US" altLang="ko-KR" sz="1200" dirty="0">
                <a:sym typeface="Wingdings" panose="05000000000000000000" pitchFamily="2" charset="2"/>
              </a:rPr>
              <a:t>$schema   Claude </a:t>
            </a:r>
            <a:r>
              <a:rPr lang="ko-KR" altLang="en-US" sz="1200" dirty="0">
                <a:sym typeface="Wingdings" panose="05000000000000000000" pitchFamily="2" charset="2"/>
              </a:rPr>
              <a:t>설정 파일임을 알림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sym typeface="Wingdings" panose="05000000000000000000" pitchFamily="2" charset="2"/>
              </a:rPr>
              <a:t>문법 오류 감지를 위한 설정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endParaRPr lang="en-US" altLang="ko-KR" sz="1200" dirty="0">
              <a:sym typeface="Wingdings" panose="05000000000000000000" pitchFamily="2" charset="2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061A41-70C3-4EE1-C174-5FC7A1F3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44" y="1901228"/>
            <a:ext cx="4903995" cy="291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3710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485</Words>
  <Application>Microsoft Office PowerPoint</Application>
  <PresentationFormat>와이드스크린</PresentationFormat>
  <Paragraphs>51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추억</vt:lpstr>
      <vt:lpstr>settings.json</vt:lpstr>
      <vt:lpstr>클로드 코드 설정 파일</vt:lpstr>
      <vt:lpstr>사용자 settings.md</vt:lpstr>
      <vt:lpstr>Claude 코드 settings.json 예제</vt:lpstr>
      <vt:lpstr>몇 가지 유요한 설정.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11</cp:revision>
  <dcterms:created xsi:type="dcterms:W3CDTF">2026-06-25T05:53:27Z</dcterms:created>
  <dcterms:modified xsi:type="dcterms:W3CDTF">2026-06-25T08:23:52Z</dcterms:modified>
</cp:coreProperties>
</file>