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61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36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50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81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61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60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41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44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09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47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54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E79F3E-AEB7-4C68-8340-0F697E1ECBA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4515842-07AA-4C7E-8C35-2911B74DD4C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13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nkpeye/awesome-mcp-servers" TargetMode="External"/><Relationship Id="rId2" Type="http://schemas.openxmlformats.org/officeDocument/2006/relationships/hyperlink" Target="https://github.com/modelcontextprotocol/servers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smithery.ai/" TargetMode="External"/><Relationship Id="rId4" Type="http://schemas.openxmlformats.org/officeDocument/2006/relationships/hyperlink" Target="https://mcpserverhub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ECE76-B551-7C7D-D166-427C40CE7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MCP </a:t>
            </a:r>
            <a:r>
              <a:rPr lang="ko-KR" altLang="en-US" dirty="0"/>
              <a:t>서버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2E8885-3520-8138-C115-384EA37E7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23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91E9A-B540-7416-03A1-234FE078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공유 사이트 정리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B374A-A29E-93E9-916A-BEB122FF613F}"/>
              </a:ext>
            </a:extLst>
          </p:cNvPr>
          <p:cNvSpPr txBox="1"/>
          <p:nvPr/>
        </p:nvSpPr>
        <p:spPr>
          <a:xfrm>
            <a:off x="925264" y="1852364"/>
            <a:ext cx="6097508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100" b="1" i="0" dirty="0">
                <a:solidFill>
                  <a:srgbClr val="24292F"/>
                </a:solidFill>
                <a:effectLst/>
                <a:latin typeface="+mj-ea"/>
                <a:ea typeface="+mj-ea"/>
              </a:rPr>
              <a:t>공식 </a:t>
            </a:r>
            <a:r>
              <a:rPr lang="en-US" altLang="ko-KR" sz="1100" b="1" i="0" dirty="0">
                <a:solidFill>
                  <a:srgbClr val="24292F"/>
                </a:solidFill>
                <a:effectLst/>
                <a:latin typeface="+mj-ea"/>
                <a:ea typeface="+mj-ea"/>
              </a:rPr>
              <a:t>MCP Servers </a:t>
            </a:r>
            <a:r>
              <a:rPr lang="ko-KR" altLang="en-US" sz="1100" b="1" i="0" dirty="0">
                <a:solidFill>
                  <a:srgbClr val="24292F"/>
                </a:solidFill>
                <a:effectLst/>
                <a:latin typeface="+mj-ea"/>
                <a:ea typeface="+mj-ea"/>
              </a:rPr>
              <a:t>저장소</a:t>
            </a:r>
            <a:br>
              <a:rPr lang="en-US" altLang="ko-KR" sz="1100" i="0" dirty="0">
                <a:solidFill>
                  <a:srgbClr val="24292F"/>
                </a:solidFill>
                <a:effectLst/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  <a:hlinkClick r:id="rId2"/>
              </a:rPr>
              <a:t>https://github.com/modelcontextprotocol/servers</a:t>
            </a:r>
            <a:endParaRPr lang="en-US" altLang="ko-KR" sz="1100" dirty="0"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en-US" altLang="ko-KR" sz="1100" b="1" dirty="0">
                <a:latin typeface="+mj-ea"/>
                <a:ea typeface="+mj-ea"/>
              </a:rPr>
              <a:t>Awesome MCP Servers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  <a:hlinkClick r:id="rId3"/>
              </a:rPr>
              <a:t>https://github.com/punkpeye/awesome-mcp-servers</a:t>
            </a:r>
            <a:endParaRPr lang="en-US" altLang="ko-KR" sz="1100" dirty="0"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en-US" altLang="ko-KR" sz="1100" b="1" dirty="0">
                <a:latin typeface="+mj-ea"/>
                <a:ea typeface="+mj-ea"/>
              </a:rPr>
              <a:t>MCP Server Hub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  <a:hlinkClick r:id="rId4"/>
              </a:rPr>
              <a:t>https://mcpserverhub.com/</a:t>
            </a:r>
            <a:endParaRPr lang="en-US" altLang="ko-KR" sz="1100" dirty="0">
              <a:latin typeface="+mj-ea"/>
              <a:ea typeface="+mj-ea"/>
            </a:endParaRPr>
          </a:p>
          <a:p>
            <a:pPr marL="228600" indent="-228600">
              <a:buAutoNum type="arabicPeriod"/>
            </a:pPr>
            <a:r>
              <a:rPr lang="en-US" altLang="ko-KR" sz="1100" b="1" dirty="0">
                <a:latin typeface="+mj-ea"/>
                <a:ea typeface="+mj-ea"/>
              </a:rPr>
              <a:t>Glama MCP Directory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https://glama.ai/mcp/servers</a:t>
            </a:r>
          </a:p>
          <a:p>
            <a:pPr marL="228600" indent="-228600">
              <a:buAutoNum type="arabicPeriod"/>
            </a:pPr>
            <a:r>
              <a:rPr lang="en-US" altLang="ko-KR" sz="1100" b="1" dirty="0">
                <a:latin typeface="+mj-ea"/>
                <a:ea typeface="+mj-ea"/>
                <a:hlinkClick r:id="rId5"/>
              </a:rPr>
              <a:t>smithery.ai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en-US" altLang="ko-KR" sz="1100" dirty="0">
                <a:latin typeface="+mj-ea"/>
                <a:ea typeface="+mj-ea"/>
              </a:rPr>
              <a:t>https://smithery.ai/</a:t>
            </a:r>
          </a:p>
          <a:p>
            <a:pPr marL="228600" indent="-228600">
              <a:buAutoNum type="arabicPeriod"/>
            </a:pP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06996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4DF33-C7D3-6231-F2F9-36F01D7A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내가 사용할 </a:t>
            </a:r>
            <a:r>
              <a:rPr lang="en-US" altLang="ko-KR" dirty="0"/>
              <a:t>MCP </a:t>
            </a:r>
            <a:r>
              <a:rPr lang="ko-KR" altLang="en-US" dirty="0"/>
              <a:t>정리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210330-B891-F88F-238F-9EB1D1FE7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03" y="1985761"/>
            <a:ext cx="2227835" cy="22059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02E27C-D944-9658-34F5-41E922B1F1C2}"/>
              </a:ext>
            </a:extLst>
          </p:cNvPr>
          <p:cNvSpPr txBox="1"/>
          <p:nvPr/>
        </p:nvSpPr>
        <p:spPr>
          <a:xfrm>
            <a:off x="2797521" y="1985761"/>
            <a:ext cx="898397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context7 - </a:t>
            </a:r>
            <a:r>
              <a:rPr lang="en-US" altLang="ko-KR" sz="1400" dirty="0" err="1"/>
              <a:t>cluade</a:t>
            </a:r>
            <a:r>
              <a:rPr lang="ko-KR" altLang="en-US" sz="1400" dirty="0"/>
              <a:t>에게 기능 구현 요청 시 최신 기술 스택</a:t>
            </a:r>
            <a:br>
              <a:rPr lang="en-US" altLang="ko-KR" sz="1400" dirty="0"/>
            </a:br>
            <a:r>
              <a:rPr lang="en-US" altLang="ko-KR" sz="1400" dirty="0"/>
              <a:t>                   (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NextJS</a:t>
            </a:r>
            <a:r>
              <a:rPr lang="en-US" altLang="ko-KR" sz="1400" dirty="0"/>
              <a:t> </a:t>
            </a:r>
            <a:r>
              <a:rPr lang="ko-KR" altLang="en-US" sz="1400" dirty="0"/>
              <a:t>등</a:t>
            </a:r>
            <a:r>
              <a:rPr lang="en-US" altLang="ko-KR" sz="1400" dirty="0"/>
              <a:t> </a:t>
            </a:r>
            <a:r>
              <a:rPr lang="ko-KR" altLang="en-US" sz="1400" dirty="0"/>
              <a:t>최신 버전</a:t>
            </a:r>
            <a:r>
              <a:rPr lang="en-US" altLang="ko-KR" sz="1400" dirty="0"/>
              <a:t>)</a:t>
            </a:r>
            <a:r>
              <a:rPr lang="ko-KR" altLang="en-US" sz="1400" dirty="0"/>
              <a:t>으로 구현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filesystem – </a:t>
            </a:r>
            <a:r>
              <a:rPr lang="ko-KR" altLang="en-US" sz="1400" dirty="0"/>
              <a:t>외부</a:t>
            </a:r>
            <a:r>
              <a:rPr lang="en-US" altLang="ko-KR" sz="1400" dirty="0"/>
              <a:t>MCP Client</a:t>
            </a:r>
            <a:r>
              <a:rPr lang="ko-KR" altLang="en-US" sz="1400" dirty="0"/>
              <a:t>가 파일에 대한 읽기</a:t>
            </a:r>
            <a:r>
              <a:rPr lang="en-US" altLang="ko-KR" sz="1400" dirty="0"/>
              <a:t>,</a:t>
            </a:r>
            <a:r>
              <a:rPr lang="ko-KR" altLang="en-US" sz="1400" dirty="0"/>
              <a:t>쓰기</a:t>
            </a:r>
            <a:r>
              <a:rPr lang="en-US" altLang="ko-KR" sz="1400" dirty="0"/>
              <a:t>,</a:t>
            </a:r>
            <a:r>
              <a:rPr lang="ko-KR" altLang="en-US" sz="1400" dirty="0"/>
              <a:t>탐색을 해야 할 경우 사용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                       Ex: 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 application</a:t>
            </a:r>
            <a:r>
              <a:rPr lang="ko-KR" altLang="en-US" sz="1400" dirty="0"/>
              <a:t>을 만들었을 때</a:t>
            </a:r>
            <a:r>
              <a:rPr lang="en-US" altLang="ko-KR" sz="1400" dirty="0"/>
              <a:t>, </a:t>
            </a:r>
            <a:r>
              <a:rPr lang="ko-KR" altLang="en-US" sz="1400" dirty="0"/>
              <a:t>해당 프로젝트에서 </a:t>
            </a:r>
            <a:r>
              <a:rPr lang="en-US" altLang="ko-KR" sz="1400" dirty="0"/>
              <a:t>API</a:t>
            </a:r>
            <a:r>
              <a:rPr lang="ko-KR" altLang="en-US" sz="1400" dirty="0"/>
              <a:t>를 </a:t>
            </a:r>
            <a:r>
              <a:rPr lang="en-US" altLang="ko-KR" sz="1400" dirty="0"/>
              <a:t>Spring MCP </a:t>
            </a:r>
            <a:r>
              <a:rPr lang="ko-KR" altLang="en-US" sz="1400" dirty="0"/>
              <a:t>서버로 제공할 경우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                              </a:t>
            </a:r>
            <a:r>
              <a:rPr lang="ko-KR" altLang="en-US" sz="1400" dirty="0"/>
              <a:t>해당 </a:t>
            </a:r>
            <a:r>
              <a:rPr lang="en-US" altLang="ko-KR" sz="1400" dirty="0"/>
              <a:t>MCP</a:t>
            </a:r>
            <a:r>
              <a:rPr lang="ko-KR" altLang="en-US" sz="1400" dirty="0"/>
              <a:t>서버를 이용하기 위한 </a:t>
            </a:r>
            <a:r>
              <a:rPr lang="en-US" altLang="ko-KR" sz="1400" dirty="0"/>
              <a:t>Spring MCP Client</a:t>
            </a:r>
            <a:r>
              <a:rPr lang="ko-KR" altLang="en-US" sz="1400" dirty="0"/>
              <a:t>가 사용자의 요구에 따라 파일을 처리해야 할 </a:t>
            </a:r>
            <a:br>
              <a:rPr lang="en-US" altLang="ko-KR" sz="1400" dirty="0"/>
            </a:br>
            <a:r>
              <a:rPr lang="en-US" altLang="ko-KR" sz="1400" dirty="0"/>
              <a:t>                              </a:t>
            </a:r>
            <a:r>
              <a:rPr lang="ko-KR" altLang="en-US" sz="1400" dirty="0"/>
              <a:t>경우에 해당 </a:t>
            </a:r>
            <a:r>
              <a:rPr lang="en-US" altLang="ko-KR" sz="1400" dirty="0"/>
              <a:t>MCP Client</a:t>
            </a:r>
            <a:r>
              <a:rPr lang="ko-KR" altLang="en-US" sz="1400" dirty="0"/>
              <a:t>는 파일에 대한 접근 권한이 없다</a:t>
            </a:r>
            <a:r>
              <a:rPr lang="en-US" altLang="ko-KR" sz="1400" dirty="0"/>
              <a:t>. </a:t>
            </a:r>
            <a:r>
              <a:rPr lang="ko-KR" altLang="en-US" sz="1400" dirty="0"/>
              <a:t>이때</a:t>
            </a:r>
            <a:r>
              <a:rPr lang="en-US" altLang="ko-KR" sz="1400" dirty="0"/>
              <a:t>, </a:t>
            </a:r>
            <a:r>
              <a:rPr lang="ko-KR" altLang="en-US" sz="1400" dirty="0"/>
              <a:t>파일 시스템에 대한 </a:t>
            </a:r>
            <a:br>
              <a:rPr lang="en-US" altLang="ko-KR" sz="1400" dirty="0"/>
            </a:br>
            <a:r>
              <a:rPr lang="en-US" altLang="ko-KR" sz="1400" dirty="0"/>
              <a:t>                              </a:t>
            </a:r>
            <a:r>
              <a:rPr lang="ko-KR" altLang="en-US" sz="1400" dirty="0"/>
              <a:t>읽기</a:t>
            </a:r>
            <a:r>
              <a:rPr lang="en-US" altLang="ko-KR" sz="1400" dirty="0"/>
              <a:t>/ </a:t>
            </a:r>
            <a:r>
              <a:rPr lang="ko-KR" altLang="en-US" sz="1400" dirty="0"/>
              <a:t>쓰기 </a:t>
            </a:r>
            <a:r>
              <a:rPr lang="en-US" altLang="ko-KR" sz="1400" dirty="0"/>
              <a:t>/ </a:t>
            </a:r>
            <a:r>
              <a:rPr lang="ko-KR" altLang="en-US" sz="1400" dirty="0"/>
              <a:t>탐색을 수행하게 하기 위한 도구이다</a:t>
            </a:r>
            <a:r>
              <a:rPr lang="en-US" altLang="ko-KR" sz="1400" dirty="0"/>
              <a:t>. </a:t>
            </a:r>
            <a:br>
              <a:rPr lang="en-US" altLang="ko-KR" sz="1400" dirty="0"/>
            </a:br>
            <a:r>
              <a:rPr lang="en-US" altLang="ko-KR" sz="1400" dirty="0"/>
              <a:t>(※ Spring MCP </a:t>
            </a:r>
            <a:r>
              <a:rPr lang="ko-KR" altLang="en-US" sz="1400" dirty="0"/>
              <a:t>서버 </a:t>
            </a:r>
            <a:r>
              <a:rPr lang="en-US" altLang="ko-KR" sz="1400" dirty="0"/>
              <a:t>== </a:t>
            </a:r>
            <a:r>
              <a:rPr lang="ko-KR" altLang="en-US" sz="1400" dirty="0"/>
              <a:t>애플리케이션이 어떠한 </a:t>
            </a:r>
            <a:r>
              <a:rPr lang="en-US" altLang="ko-KR" sz="1400" dirty="0"/>
              <a:t>API</a:t>
            </a:r>
            <a:r>
              <a:rPr lang="ko-KR" altLang="en-US" sz="1400" dirty="0"/>
              <a:t>를 제공하는지 </a:t>
            </a:r>
            <a:r>
              <a:rPr lang="en-US" altLang="ko-KR" sz="1400" dirty="0"/>
              <a:t>Tool</a:t>
            </a:r>
            <a:r>
              <a:rPr lang="ko-KR" altLang="en-US" sz="1400" dirty="0"/>
              <a:t>로 노출</a:t>
            </a:r>
            <a:br>
              <a:rPr lang="en-US" altLang="ko-KR" sz="1400" dirty="0"/>
            </a:br>
            <a:r>
              <a:rPr lang="en-US" altLang="ko-KR" sz="1400" dirty="0"/>
              <a:t>      Spring MCP </a:t>
            </a:r>
            <a:r>
              <a:rPr lang="ko-KR" altLang="en-US" sz="1400" dirty="0"/>
              <a:t>클라이언트 </a:t>
            </a:r>
            <a:r>
              <a:rPr lang="en-US" altLang="ko-KR" sz="1400" dirty="0"/>
              <a:t>== LLM</a:t>
            </a:r>
            <a:r>
              <a:rPr lang="ko-KR" altLang="en-US" sz="1400" dirty="0"/>
              <a:t>과 </a:t>
            </a:r>
            <a:r>
              <a:rPr lang="en-US" altLang="ko-KR" sz="1400" dirty="0"/>
              <a:t>MCP</a:t>
            </a:r>
            <a:r>
              <a:rPr lang="ko-KR" altLang="en-US" sz="1400" dirty="0"/>
              <a:t>서버를 중개하는 </a:t>
            </a:r>
            <a:r>
              <a:rPr lang="ko-KR" altLang="en-US" sz="1400" dirty="0" err="1"/>
              <a:t>브릿지</a:t>
            </a:r>
            <a:r>
              <a:rPr lang="ko-KR" altLang="en-US" sz="1400" dirty="0"/>
              <a:t> </a:t>
            </a:r>
            <a:r>
              <a:rPr lang="en-US" altLang="ko-KR" sz="1400" dirty="0"/>
              <a:t>(Claude AI </a:t>
            </a:r>
            <a:r>
              <a:rPr lang="ko-KR" altLang="en-US" sz="1400" dirty="0"/>
              <a:t>요청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      LLM (Claude AI) == </a:t>
            </a:r>
            <a:r>
              <a:rPr lang="ko-KR" altLang="en-US" sz="1400" dirty="0"/>
              <a:t>클라이언트로 부터 온 요청과 </a:t>
            </a:r>
            <a:r>
              <a:rPr lang="en-US" altLang="ko-KR" sz="1400" dirty="0"/>
              <a:t>MCP Server Api </a:t>
            </a:r>
            <a:r>
              <a:rPr lang="ko-KR" altLang="en-US" sz="1400" dirty="0"/>
              <a:t>파악 적절한 </a:t>
            </a:r>
            <a:r>
              <a:rPr lang="en-US" altLang="ko-KR" sz="1400" dirty="0"/>
              <a:t>Tool</a:t>
            </a:r>
            <a:r>
              <a:rPr lang="ko-KR" altLang="en-US" sz="1400" dirty="0"/>
              <a:t>을</a:t>
            </a:r>
            <a:r>
              <a:rPr lang="en-US" altLang="ko-KR" sz="1400" dirty="0"/>
              <a:t> Client</a:t>
            </a:r>
            <a:r>
              <a:rPr lang="ko-KR" altLang="en-US" sz="1400" dirty="0"/>
              <a:t>에게 알려줌</a:t>
            </a:r>
            <a:br>
              <a:rPr lang="en-US" altLang="ko-KR" sz="1400" dirty="0"/>
            </a:br>
            <a:r>
              <a:rPr lang="en-US" altLang="ko-KR" sz="1400" dirty="0"/>
              <a:t>                                           Spring MCP</a:t>
            </a:r>
            <a:r>
              <a:rPr lang="ko-KR" altLang="en-US" sz="1400" dirty="0"/>
              <a:t>클라이언트는 </a:t>
            </a:r>
            <a:r>
              <a:rPr lang="ko-KR" altLang="en-US" sz="1400" dirty="0" err="1"/>
              <a:t>알게된</a:t>
            </a:r>
            <a:r>
              <a:rPr lang="ko-KR" altLang="en-US" sz="1400" dirty="0"/>
              <a:t> </a:t>
            </a:r>
            <a:r>
              <a:rPr lang="en-US" altLang="ko-KR" sz="1400" dirty="0"/>
              <a:t>Tool</a:t>
            </a:r>
            <a:r>
              <a:rPr lang="ko-KR" altLang="en-US" sz="1400" dirty="0"/>
              <a:t>을 </a:t>
            </a:r>
            <a:r>
              <a:rPr lang="en-US" altLang="ko-KR" sz="1400" dirty="0"/>
              <a:t>MCP Server</a:t>
            </a:r>
            <a:r>
              <a:rPr lang="ko-KR" altLang="en-US" sz="1400" dirty="0"/>
              <a:t>에 실행 요청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                                </a:t>
            </a:r>
          </a:p>
          <a:p>
            <a:pPr marL="342900" indent="-342900">
              <a:buAutoNum type="arabicPeriod"/>
            </a:pPr>
            <a:r>
              <a:rPr lang="en-US" altLang="ko-KR" sz="1400" dirty="0" err="1"/>
              <a:t>Github</a:t>
            </a:r>
            <a:r>
              <a:rPr lang="en-US" altLang="ko-KR" sz="1400" dirty="0"/>
              <a:t> – Pull Request, Issue, Release </a:t>
            </a:r>
            <a:r>
              <a:rPr lang="ko-KR" altLang="en-US" sz="1400" dirty="0"/>
              <a:t>등 </a:t>
            </a:r>
            <a:r>
              <a:rPr lang="en-US" altLang="ko-KR" sz="1400" dirty="0"/>
              <a:t>Claude</a:t>
            </a:r>
            <a:r>
              <a:rPr lang="ko-KR" altLang="en-US" sz="1400" dirty="0"/>
              <a:t>가 관리할 수 있도록 기능 제공</a:t>
            </a:r>
            <a:endParaRPr lang="en-US" altLang="ko-KR" sz="1400" dirty="0"/>
          </a:p>
          <a:p>
            <a:pPr marL="342900" indent="-342900">
              <a:buFontTx/>
              <a:buAutoNum type="arabicPeriod"/>
            </a:pPr>
            <a:r>
              <a:rPr lang="en-US" altLang="ko-KR" sz="1400" dirty="0"/>
              <a:t>Sequential-thinking – Claude</a:t>
            </a:r>
            <a:r>
              <a:rPr lang="ko-KR" altLang="en-US" sz="1400" dirty="0"/>
              <a:t>에게 코드 작성요청 시</a:t>
            </a:r>
            <a:r>
              <a:rPr lang="en-US" altLang="ko-KR" sz="1400" dirty="0"/>
              <a:t>, </a:t>
            </a:r>
            <a:r>
              <a:rPr lang="ko-KR" altLang="en-US" sz="1400" dirty="0"/>
              <a:t>복잡한 로직을 단계별로 쪼개어 작성할 수 있도록 하는 </a:t>
            </a:r>
            <a:br>
              <a:rPr lang="en-US" altLang="ko-KR" sz="1400" dirty="0"/>
            </a:br>
            <a:r>
              <a:rPr lang="en-US" altLang="ko-KR" sz="1400" dirty="0"/>
              <a:t>                                       </a:t>
            </a:r>
            <a:r>
              <a:rPr lang="ko-KR" altLang="en-US" sz="1400" dirty="0"/>
              <a:t>도구</a:t>
            </a:r>
            <a:r>
              <a:rPr lang="en-US" altLang="ko-KR" sz="1400" dirty="0"/>
              <a:t>. (</a:t>
            </a:r>
            <a:r>
              <a:rPr lang="ko-KR" altLang="en-US" sz="1400" dirty="0"/>
              <a:t>가독성</a:t>
            </a:r>
            <a:r>
              <a:rPr lang="en-US" altLang="ko-KR" sz="1400" dirty="0"/>
              <a:t>, </a:t>
            </a:r>
            <a:r>
              <a:rPr lang="ko-KR" altLang="en-US" sz="1400" dirty="0"/>
              <a:t>유지보수성 도구</a:t>
            </a:r>
            <a:r>
              <a:rPr lang="en-US" altLang="ko-KR" sz="1400" dirty="0"/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altLang="ko-KR" sz="1400" dirty="0"/>
              <a:t>Playwright – </a:t>
            </a:r>
            <a:r>
              <a:rPr lang="ko-KR" altLang="en-US" sz="1400" dirty="0"/>
              <a:t>개발 완료 시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PlayWright</a:t>
            </a:r>
            <a:r>
              <a:rPr lang="en-US" altLang="ko-KR" sz="1400" dirty="0"/>
              <a:t> </a:t>
            </a:r>
            <a:r>
              <a:rPr lang="ko-KR" altLang="en-US" sz="1400" dirty="0"/>
              <a:t>브라우저에게 테스트 시나리오를 주고 시나리오 대로 이벤트를 발생</a:t>
            </a:r>
            <a:br>
              <a:rPr lang="en-US" altLang="ko-KR" sz="1400" dirty="0"/>
            </a:br>
            <a:r>
              <a:rPr lang="en-US" altLang="ko-KR" sz="1400" dirty="0"/>
              <a:t>                        </a:t>
            </a:r>
            <a:r>
              <a:rPr lang="ko-KR" altLang="en-US" sz="1400" dirty="0"/>
              <a:t>시켜 테스트를 할 수 있다</a:t>
            </a:r>
            <a:r>
              <a:rPr lang="en-US" altLang="ko-KR" sz="1400" dirty="0"/>
              <a:t>.</a:t>
            </a:r>
          </a:p>
          <a:p>
            <a:pPr marL="342900" indent="-342900">
              <a:buFontTx/>
              <a:buAutoNum type="arabicPeriod"/>
            </a:pPr>
            <a:r>
              <a:rPr lang="en-US" altLang="ko-KR" sz="1400" dirty="0" err="1"/>
              <a:t>Mysql</a:t>
            </a:r>
            <a:r>
              <a:rPr lang="en-US" altLang="ko-KR" sz="1400" dirty="0"/>
              <a:t> (database </a:t>
            </a:r>
            <a:r>
              <a:rPr lang="en-US" altLang="ko-KR" sz="1400" dirty="0" err="1"/>
              <a:t>mcp</a:t>
            </a:r>
            <a:r>
              <a:rPr lang="en-US" altLang="ko-KR" sz="1400" dirty="0"/>
              <a:t>) – Claude</a:t>
            </a:r>
            <a:r>
              <a:rPr lang="ko-KR" altLang="en-US" sz="1400" dirty="0"/>
              <a:t>가 </a:t>
            </a:r>
            <a:r>
              <a:rPr lang="en-US" altLang="ko-KR" sz="1400" dirty="0"/>
              <a:t>DB</a:t>
            </a:r>
            <a:r>
              <a:rPr lang="ko-KR" altLang="en-US" sz="1400" dirty="0"/>
              <a:t>구조를 파악할 수 있도록 도와주는 도구</a:t>
            </a:r>
            <a:r>
              <a:rPr lang="en-US" altLang="ko-KR" sz="1400" dirty="0"/>
              <a:t>. DB</a:t>
            </a:r>
            <a:r>
              <a:rPr lang="ko-KR" altLang="en-US" sz="1400" dirty="0"/>
              <a:t>접속 정보를 주어주면 </a:t>
            </a:r>
            <a:br>
              <a:rPr lang="en-US" altLang="ko-KR" sz="1400" dirty="0"/>
            </a:br>
            <a:r>
              <a:rPr lang="en-US" altLang="ko-KR" sz="1400" dirty="0"/>
              <a:t>                                            DB</a:t>
            </a:r>
            <a:r>
              <a:rPr lang="ko-KR" altLang="en-US" sz="1400" dirty="0"/>
              <a:t>구조를 파악할 수 있다</a:t>
            </a:r>
            <a:r>
              <a:rPr lang="en-US" altLang="ko-KR" sz="1400"/>
              <a:t>.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5603603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412</TotalTime>
  <Words>340</Words>
  <Application>Microsoft Office PowerPoint</Application>
  <PresentationFormat>와이드스크린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추억</vt:lpstr>
      <vt:lpstr>MCP 서버 </vt:lpstr>
      <vt:lpstr>MCP 공유 사이트 정리</vt:lpstr>
      <vt:lpstr>내가 사용할 MCP 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2026-06-26T05:50:06Z</dcterms:created>
  <dcterms:modified xsi:type="dcterms:W3CDTF">2026-06-26T12:43:02Z</dcterms:modified>
</cp:coreProperties>
</file>