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8A443-D22D-4563-8A79-0382BA55FFFA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E6FB-0106-4FA0-B9DD-A5DBB0C3DC4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313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8A443-D22D-4563-8A79-0382BA55FFFA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E6FB-0106-4FA0-B9DD-A5DBB0C3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22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8A443-D22D-4563-8A79-0382BA55FFFA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E6FB-0106-4FA0-B9DD-A5DBB0C3DC4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924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8A443-D22D-4563-8A79-0382BA55FFFA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E6FB-0106-4FA0-B9DD-A5DBB0C3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21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8A443-D22D-4563-8A79-0382BA55FFFA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E6FB-0106-4FA0-B9DD-A5DBB0C3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741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8A443-D22D-4563-8A79-0382BA55FFFA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E6FB-0106-4FA0-B9DD-A5DBB0C3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88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8A443-D22D-4563-8A79-0382BA55FFFA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E6FB-0106-4FA0-B9DD-A5DBB0C3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596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4F8A443-D22D-4563-8A79-0382BA55FFFA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B6CE6FB-0106-4FA0-B9DD-A5DBB0C3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526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8A443-D22D-4563-8A79-0382BA55FFFA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E6FB-0106-4FA0-B9DD-A5DBB0C3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349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8A443-D22D-4563-8A79-0382BA55FFFA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E6FB-0106-4FA0-B9DD-A5DBB0C3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891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8A443-D22D-4563-8A79-0382BA55FFFA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E6FB-0106-4FA0-B9DD-A5DBB0C3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077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4F8A443-D22D-4563-8A79-0382BA55FFFA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B6CE6FB-0106-4FA0-B9DD-A5DBB0C3DC4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65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ymcoding.notion.site/29f6a10d310b80f7bd18f4aa0dcd5ec9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127E0-0295-5D7B-4356-0475C9D76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모던 기술 스택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3DFCDB8-3793-6A6C-E77D-4328963211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>
                <a:hlinkClick r:id="rId2"/>
              </a:rPr>
              <a:t>참고 </a:t>
            </a:r>
            <a:r>
              <a:rPr lang="en-US" altLang="ko-KR" sz="1600" dirty="0">
                <a:hlinkClick r:id="rId2"/>
              </a:rPr>
              <a:t>: </a:t>
            </a:r>
          </a:p>
          <a:p>
            <a:r>
              <a:rPr lang="en-US" altLang="ko-KR" sz="1600" dirty="0">
                <a:hlinkClick r:id="rId2"/>
              </a:rPr>
              <a:t>https://gymcoding.notion.site/29f6a10d310b80f7bd18f4aa0dcd5ec9</a:t>
            </a:r>
            <a:endParaRPr lang="en-US" altLang="ko-KR" sz="1600" dirty="0"/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36408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03B1A-2C32-3080-5EE9-1DE15283A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최신 모던 웹 기술 스택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0EB16-6C33-2200-6C4E-B0545D31C7B0}"/>
              </a:ext>
            </a:extLst>
          </p:cNvPr>
          <p:cNvSpPr txBox="1"/>
          <p:nvPr/>
        </p:nvSpPr>
        <p:spPr>
          <a:xfrm>
            <a:off x="1231271" y="1910281"/>
            <a:ext cx="10058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간단한 홈페이지 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포트폴리오</a:t>
            </a:r>
            <a:r>
              <a:rPr lang="en-US" altLang="ko-KR" dirty="0"/>
              <a:t>, Landing </a:t>
            </a:r>
            <a:r>
              <a:rPr lang="ko-KR" altLang="en-US" dirty="0"/>
              <a:t>페이지</a:t>
            </a:r>
            <a:r>
              <a:rPr lang="en-US" altLang="ko-KR" dirty="0"/>
              <a:t>, </a:t>
            </a:r>
            <a:r>
              <a:rPr lang="ko-KR" altLang="en-US" dirty="0"/>
              <a:t>이벤트 소개 페이지</a:t>
            </a:r>
            <a:br>
              <a:rPr lang="en-US" altLang="ko-KR" dirty="0"/>
            </a:br>
            <a:r>
              <a:rPr lang="en-US" altLang="ko-KR" dirty="0"/>
              <a:t>- HTML5, </a:t>
            </a:r>
            <a:r>
              <a:rPr lang="en-US" altLang="ko-KR" dirty="0" err="1"/>
              <a:t>Javascript</a:t>
            </a:r>
            <a:r>
              <a:rPr lang="en-US" altLang="ko-KR" dirty="0"/>
              <a:t>, CSS, Tailwind CSS (</a:t>
            </a:r>
            <a:r>
              <a:rPr lang="ko-KR" altLang="en-US" dirty="0"/>
              <a:t>하드코딩 위주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간단한 애플리케이션 </a:t>
            </a:r>
            <a:r>
              <a:rPr lang="en-US" altLang="ko-KR" dirty="0"/>
              <a:t>(Read </a:t>
            </a:r>
            <a:r>
              <a:rPr lang="ko-KR" altLang="en-US" dirty="0"/>
              <a:t>전용 애플리케이션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개인블로그</a:t>
            </a:r>
            <a:r>
              <a:rPr lang="en-US" altLang="ko-KR" dirty="0"/>
              <a:t>, </a:t>
            </a:r>
            <a:r>
              <a:rPr lang="ko-KR" altLang="en-US" dirty="0"/>
              <a:t>뉴스 웹사이트</a:t>
            </a:r>
            <a:r>
              <a:rPr lang="en-US" altLang="ko-KR" dirty="0"/>
              <a:t>, </a:t>
            </a:r>
            <a:r>
              <a:rPr lang="ko-KR" altLang="en-US" dirty="0"/>
              <a:t>상품 카탈로그</a:t>
            </a:r>
            <a:r>
              <a:rPr lang="en-US" altLang="ko-KR" dirty="0"/>
              <a:t>, </a:t>
            </a:r>
            <a:r>
              <a:rPr lang="ko-KR" altLang="en-US" dirty="0"/>
              <a:t>문서 사이트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컨텐츠를 동적으로 보여줌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- Notion Api </a:t>
            </a:r>
            <a:r>
              <a:rPr lang="ko-KR" altLang="en-US" dirty="0"/>
              <a:t>와 같은 컨텐츠 매니지먼트 시스템 이용하여</a:t>
            </a:r>
            <a:r>
              <a:rPr lang="en-US" altLang="ko-KR" dirty="0"/>
              <a:t>, </a:t>
            </a:r>
            <a:r>
              <a:rPr lang="ko-KR" altLang="en-US" dirty="0"/>
              <a:t>컨텐츠를 가져옴</a:t>
            </a:r>
            <a:br>
              <a:rPr lang="en-US" altLang="ko-KR" dirty="0"/>
            </a:br>
            <a:r>
              <a:rPr lang="en-US" altLang="ko-KR" dirty="0"/>
              <a:t>- Next.js, TypeScript,</a:t>
            </a:r>
            <a:r>
              <a:rPr lang="ko-KR" altLang="en-US" dirty="0"/>
              <a:t> </a:t>
            </a:r>
            <a:r>
              <a:rPr lang="en-US" altLang="ko-KR" dirty="0"/>
              <a:t>Tailwind</a:t>
            </a:r>
            <a:r>
              <a:rPr lang="ko-KR" altLang="en-US" dirty="0"/>
              <a:t> </a:t>
            </a:r>
            <a:r>
              <a:rPr lang="en-US" altLang="ko-KR" dirty="0"/>
              <a:t>CSS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 err="1"/>
              <a:t>shadcn</a:t>
            </a:r>
            <a:r>
              <a:rPr lang="en-US" altLang="ko-KR" dirty="0"/>
              <a:t>/</a:t>
            </a:r>
            <a:r>
              <a:rPr lang="en-US" altLang="ko-KR" dirty="0" err="1"/>
              <a:t>ui</a:t>
            </a:r>
            <a:r>
              <a:rPr lang="en-US" altLang="ko-KR" dirty="0"/>
              <a:t> [ Tailwind</a:t>
            </a:r>
            <a:r>
              <a:rPr lang="ko-KR" altLang="en-US" dirty="0"/>
              <a:t> </a:t>
            </a:r>
            <a:r>
              <a:rPr lang="en-US" altLang="ko-KR" dirty="0"/>
              <a:t>CSS</a:t>
            </a:r>
            <a:r>
              <a:rPr lang="ko-KR" altLang="en-US" dirty="0"/>
              <a:t>를 사용한 </a:t>
            </a:r>
            <a:r>
              <a:rPr lang="en-US" altLang="ko-KR" dirty="0"/>
              <a:t>Component</a:t>
            </a:r>
            <a:r>
              <a:rPr lang="ko-KR" altLang="en-US" dirty="0"/>
              <a:t>를 제공</a:t>
            </a:r>
            <a:r>
              <a:rPr lang="en-US" altLang="ko-KR" dirty="0"/>
              <a:t>]  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로그인기능을 가지고 있는 애플리케이션</a:t>
            </a:r>
            <a:br>
              <a:rPr lang="en-US" altLang="ko-KR" dirty="0"/>
            </a:br>
            <a:r>
              <a:rPr lang="en-US" altLang="ko-KR" dirty="0"/>
              <a:t>- clerk, Firebase </a:t>
            </a:r>
            <a:r>
              <a:rPr lang="en-US" altLang="ko-KR" dirty="0" err="1"/>
              <a:t>Authenication</a:t>
            </a:r>
            <a:r>
              <a:rPr lang="en-US" altLang="ko-KR" dirty="0"/>
              <a:t>, </a:t>
            </a:r>
            <a:r>
              <a:rPr lang="en-US" altLang="ko-KR" dirty="0" err="1"/>
              <a:t>nextAuth</a:t>
            </a:r>
            <a:r>
              <a:rPr lang="en-US" altLang="ko-KR" dirty="0"/>
              <a:t>, </a:t>
            </a:r>
            <a:r>
              <a:rPr lang="en-US" altLang="ko-KR" dirty="0" err="1"/>
              <a:t>supabase</a:t>
            </a:r>
            <a:r>
              <a:rPr lang="en-US" altLang="ko-KR" dirty="0"/>
              <a:t> Auth </a:t>
            </a:r>
            <a:br>
              <a:rPr lang="en-US" altLang="ko-KR" dirty="0"/>
            </a:br>
            <a:r>
              <a:rPr lang="en-US" altLang="ko-KR" dirty="0"/>
              <a:t>  (</a:t>
            </a:r>
            <a:r>
              <a:rPr lang="ko-KR" altLang="en-US" dirty="0"/>
              <a:t>인증 도구</a:t>
            </a:r>
            <a:r>
              <a:rPr lang="en-US" altLang="ko-KR" dirty="0"/>
              <a:t>- </a:t>
            </a:r>
            <a:r>
              <a:rPr lang="ko-KR" altLang="en-US" dirty="0"/>
              <a:t>인증이 필요한 곳에 선택하여 사용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React</a:t>
            </a:r>
            <a:r>
              <a:rPr lang="ko-KR" altLang="en-US" dirty="0"/>
              <a:t> </a:t>
            </a:r>
            <a:r>
              <a:rPr lang="en-US" altLang="ko-KR" dirty="0"/>
              <a:t>Hook</a:t>
            </a:r>
            <a:r>
              <a:rPr lang="ko-KR" altLang="en-US" dirty="0"/>
              <a:t> </a:t>
            </a:r>
            <a:r>
              <a:rPr lang="en-US" altLang="ko-KR" dirty="0"/>
              <a:t>Form + Zod (Form</a:t>
            </a:r>
            <a:r>
              <a:rPr lang="ko-KR" altLang="en-US" dirty="0"/>
              <a:t>관리 구성할 때 유용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en-US" altLang="ko-KR" dirty="0"/>
              <a:t>DB</a:t>
            </a:r>
            <a:r>
              <a:rPr lang="ko-KR" altLang="en-US" dirty="0"/>
              <a:t>서버 관리 및 인프라를 구축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dirty="0" err="1"/>
              <a:t>supabase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472436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</TotalTime>
  <Words>156</Words>
  <Application>Microsoft Office PowerPoint</Application>
  <PresentationFormat>와이드스크린</PresentationFormat>
  <Paragraphs>12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Calibri</vt:lpstr>
      <vt:lpstr>Calibri Light</vt:lpstr>
      <vt:lpstr>추억</vt:lpstr>
      <vt:lpstr>모던 기술 스택</vt:lpstr>
      <vt:lpstr>최신 모던 웹 기술 스택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</cp:revision>
  <dcterms:created xsi:type="dcterms:W3CDTF">2026-06-26T13:47:26Z</dcterms:created>
  <dcterms:modified xsi:type="dcterms:W3CDTF">2026-06-26T14:10:12Z</dcterms:modified>
</cp:coreProperties>
</file>