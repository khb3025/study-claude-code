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13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169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20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51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341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705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90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88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67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39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10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3CEDFC0-776B-408D-8DE6-79D191681E22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40FE904-B2A2-44B9-A863-8EBBA918631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27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ailwindcss.com/docs/installation/framework-guides/nextj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nextjs.org/docs/app/getting-started/installation#quick-start" TargetMode="External"/><Relationship Id="rId4" Type="http://schemas.openxmlformats.org/officeDocument/2006/relationships/hyperlink" Target="https://ui.shadcn.com/docs/installation/nex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nextjs.org/docs/app/getting-started/installation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8AB89-4A1A-E99B-BE10-A0C64A8B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6000" dirty="0" err="1"/>
              <a:t>스타터</a:t>
            </a:r>
            <a:r>
              <a:rPr lang="ko-KR" altLang="en-US" sz="6000" dirty="0"/>
              <a:t> </a:t>
            </a:r>
            <a:r>
              <a:rPr lang="ko-KR" altLang="en-US" sz="6000" dirty="0" err="1"/>
              <a:t>킷</a:t>
            </a:r>
            <a:r>
              <a:rPr lang="ko-KR" altLang="en-US" sz="6000" dirty="0"/>
              <a:t> 만들기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447941-90C3-4081-2B30-C1BA6DFC8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Next.js </a:t>
            </a:r>
            <a:r>
              <a:rPr lang="ko-KR" altLang="en-US" dirty="0"/>
              <a:t>기반 앱 생성</a:t>
            </a:r>
          </a:p>
        </p:txBody>
      </p:sp>
    </p:spTree>
    <p:extLst>
      <p:ext uri="{BB962C8B-B14F-4D97-AF65-F5344CB8AC3E}">
        <p14:creationId xmlns:p14="http://schemas.microsoft.com/office/powerpoint/2010/main" val="399480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07099-89E3-59EE-A3F4-3D6F6BE7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처음부터 </a:t>
            </a:r>
            <a:r>
              <a:rPr lang="ko-KR" altLang="en-US" sz="3600" dirty="0" err="1"/>
              <a:t>스타터</a:t>
            </a:r>
            <a:r>
              <a:rPr lang="ko-KR" altLang="en-US" sz="3600" dirty="0"/>
              <a:t> </a:t>
            </a:r>
            <a:r>
              <a:rPr lang="ko-KR" altLang="en-US" sz="3600" dirty="0" err="1"/>
              <a:t>킷을</a:t>
            </a:r>
            <a:r>
              <a:rPr lang="ko-KR" altLang="en-US" sz="3600" dirty="0"/>
              <a:t> </a:t>
            </a:r>
            <a:r>
              <a:rPr lang="en-US" altLang="ko-KR" sz="3600" dirty="0"/>
              <a:t>AI</a:t>
            </a:r>
            <a:r>
              <a:rPr lang="ko-KR" altLang="en-US" sz="3600" dirty="0"/>
              <a:t>에게 요청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B5B475-01EC-10C7-6971-633F1EF3D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1810"/>
            <a:ext cx="4021475" cy="20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F525CF-8D97-0637-A7E2-DB0F41B0B51B}"/>
              </a:ext>
            </a:extLst>
          </p:cNvPr>
          <p:cNvSpPr txBox="1"/>
          <p:nvPr/>
        </p:nvSpPr>
        <p:spPr>
          <a:xfrm>
            <a:off x="5250730" y="1982314"/>
            <a:ext cx="6212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단계적 사고를 위한 추가 요청</a:t>
            </a:r>
            <a:r>
              <a:rPr lang="en-US" altLang="ko-KR" sz="1200" b="1" dirty="0"/>
              <a:t>.</a:t>
            </a:r>
            <a:br>
              <a:rPr lang="en-US" altLang="ko-KR" sz="1200" b="1" dirty="0"/>
            </a:br>
            <a:br>
              <a:rPr lang="en-US" altLang="ko-KR" sz="1200" dirty="0"/>
            </a:br>
            <a:r>
              <a:rPr lang="en-US" altLang="ko-KR" sz="1200" dirty="0"/>
              <a:t>&gt; </a:t>
            </a:r>
            <a:r>
              <a:rPr lang="ko-KR" altLang="en-US" sz="1200" dirty="0"/>
              <a:t>각 기술 스택이 공식문서의 최신버전을 준수하고 있는지 단계별로 검토해줘</a:t>
            </a:r>
            <a:endParaRPr lang="en-US" altLang="ko-KR" sz="1200" dirty="0"/>
          </a:p>
          <a:p>
            <a:r>
              <a:rPr lang="ko-KR" altLang="en-US" sz="1200" dirty="0"/>
              <a:t>고려사항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1. </a:t>
            </a:r>
            <a:r>
              <a:rPr lang="ko-KR" altLang="en-US" sz="1200" dirty="0"/>
              <a:t>공식문서 설치 가이드 확인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2. </a:t>
            </a:r>
            <a:r>
              <a:rPr lang="ko-KR" altLang="en-US" sz="1200" dirty="0"/>
              <a:t>가이드 내용을 준수하고 있는지 확인</a:t>
            </a:r>
            <a:endParaRPr lang="en-US" altLang="ko-KR" sz="1200" dirty="0"/>
          </a:p>
          <a:p>
            <a:r>
              <a:rPr lang="ko-KR" altLang="en-US" sz="1200" dirty="0"/>
              <a:t>참고 링크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>
                <a:hlinkClick r:id="rId3"/>
              </a:rPr>
              <a:t>https://tailwindcss.com/docs/installation/framework-guides/nextjs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>
                <a:hlinkClick r:id="rId4"/>
              </a:rPr>
              <a:t>https://ui.shadcn.com/docs/installation/next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>
                <a:hlinkClick r:id="rId5"/>
              </a:rPr>
              <a:t>https://nextjs.org/docs/app/getting-started/installation#quick-start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5489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EA0E0-3461-2488-390C-F0E4D15C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Next.js </a:t>
            </a:r>
            <a:r>
              <a:rPr lang="ko-KR" altLang="en-US" dirty="0"/>
              <a:t>프로젝트 생성방법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6FF39-8390-A1F0-831B-DA60232678BF}"/>
              </a:ext>
            </a:extLst>
          </p:cNvPr>
          <p:cNvSpPr txBox="1"/>
          <p:nvPr/>
        </p:nvSpPr>
        <p:spPr>
          <a:xfrm>
            <a:off x="1097280" y="1801701"/>
            <a:ext cx="6097508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※ </a:t>
            </a:r>
            <a:r>
              <a:rPr lang="en-US" altLang="ko-KR" sz="1100" dirty="0">
                <a:hlinkClick r:id="rId2"/>
              </a:rPr>
              <a:t>https://nextjs.org/docs/app/getting-started/installation</a:t>
            </a:r>
            <a:r>
              <a:rPr lang="en-US" altLang="ko-KR" sz="1100" dirty="0"/>
              <a:t> </a:t>
            </a:r>
            <a:r>
              <a:rPr lang="en-US" altLang="ko-KR" sz="1100" b="1" dirty="0"/>
              <a:t>- Quick Start</a:t>
            </a:r>
          </a:p>
          <a:p>
            <a:endParaRPr lang="en-US" altLang="ko-KR" sz="1100" b="1" dirty="0"/>
          </a:p>
          <a:p>
            <a:r>
              <a:rPr lang="en-US" altLang="ko-KR" sz="1100" b="1" dirty="0"/>
              <a:t>1. </a:t>
            </a:r>
            <a:r>
              <a:rPr lang="ko-KR" altLang="en-US" sz="1100" b="1" dirty="0"/>
              <a:t>새로 </a:t>
            </a:r>
            <a:r>
              <a:rPr lang="en-US" altLang="ko-KR" sz="1100" b="1" dirty="0"/>
              <a:t>Next.js </a:t>
            </a:r>
            <a:r>
              <a:rPr lang="ko-KR" altLang="en-US" sz="1100" b="1" dirty="0"/>
              <a:t>프로젝트를 생성할 경우</a:t>
            </a:r>
            <a:endParaRPr lang="en-US" altLang="ko-KR" sz="1100" b="1" dirty="0"/>
          </a:p>
          <a:p>
            <a:r>
              <a:rPr lang="en-US" altLang="ko-KR" sz="1100" dirty="0" err="1"/>
              <a:t>Npx</a:t>
            </a:r>
            <a:r>
              <a:rPr lang="en-US" altLang="ko-KR" sz="1100" dirty="0"/>
              <a:t> </a:t>
            </a:r>
            <a:r>
              <a:rPr lang="en-US" altLang="ko-KR" sz="1100" dirty="0" err="1"/>
              <a:t>create-next-app@latest</a:t>
            </a:r>
            <a:r>
              <a:rPr lang="en-US" altLang="ko-KR" sz="1100" dirty="0"/>
              <a:t> my-app –yes</a:t>
            </a:r>
            <a:br>
              <a:rPr lang="en-US" altLang="ko-KR" sz="1100" dirty="0"/>
            </a:br>
            <a:r>
              <a:rPr lang="en-US" altLang="ko-KR" sz="1100" dirty="0"/>
              <a:t>cd my-app</a:t>
            </a:r>
            <a:br>
              <a:rPr lang="en-US" altLang="ko-KR" sz="1100" dirty="0"/>
            </a:br>
            <a:r>
              <a:rPr lang="en-US" altLang="ko-KR" sz="1100" dirty="0" err="1"/>
              <a:t>npm</a:t>
            </a:r>
            <a:r>
              <a:rPr lang="en-US" altLang="ko-KR" sz="1100" dirty="0"/>
              <a:t> run dev</a:t>
            </a:r>
          </a:p>
          <a:p>
            <a:endParaRPr lang="en-US" altLang="ko-KR" sz="1100" dirty="0"/>
          </a:p>
          <a:p>
            <a:r>
              <a:rPr lang="en-US" altLang="ko-KR" sz="1100" b="1" dirty="0"/>
              <a:t>2. </a:t>
            </a:r>
            <a:r>
              <a:rPr lang="ko-KR" altLang="en-US" sz="1100" b="1" dirty="0"/>
              <a:t>프로젝트 폴더를 먼저 생성한 경우</a:t>
            </a:r>
            <a:endParaRPr lang="en-US" altLang="ko-KR" sz="1100" b="1" dirty="0"/>
          </a:p>
          <a:p>
            <a:r>
              <a:rPr lang="en-US" altLang="ko-KR" sz="1100" dirty="0" err="1"/>
              <a:t>Npx</a:t>
            </a:r>
            <a:r>
              <a:rPr lang="en-US" altLang="ko-KR" sz="1100" dirty="0"/>
              <a:t> create-next ./</a:t>
            </a:r>
          </a:p>
          <a:p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※ Next.js  </a:t>
            </a:r>
            <a:r>
              <a:rPr lang="ko-KR" altLang="en-US" sz="1100" dirty="0"/>
              <a:t>프로젝트 생성명령 시 폴더가 완전히 </a:t>
            </a:r>
            <a:r>
              <a:rPr lang="ko-KR" altLang="en-US" sz="1100" dirty="0" err="1"/>
              <a:t>비어있어야한다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   </a:t>
            </a:r>
            <a:r>
              <a:rPr lang="en-US" altLang="ko-KR" sz="1100" dirty="0">
                <a:sym typeface="Wingdings" panose="05000000000000000000" pitchFamily="2" charset="2"/>
              </a:rPr>
              <a:t> </a:t>
            </a:r>
            <a:r>
              <a:rPr lang="ko-KR" altLang="en-US" sz="1100" dirty="0">
                <a:sym typeface="Wingdings" panose="05000000000000000000" pitchFamily="2" charset="2"/>
              </a:rPr>
              <a:t>그러나 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  <a:r>
              <a:rPr lang="en-US" altLang="ko-KR" sz="1100" dirty="0" err="1">
                <a:sym typeface="Wingdings" panose="05000000000000000000" pitchFamily="2" charset="2"/>
              </a:rPr>
              <a:t>claude</a:t>
            </a:r>
            <a:r>
              <a:rPr lang="en-US" altLang="ko-KR" sz="1100" dirty="0">
                <a:sym typeface="Wingdings" panose="05000000000000000000" pitchFamily="2" charset="2"/>
              </a:rPr>
              <a:t>/</a:t>
            </a:r>
            <a:r>
              <a:rPr lang="en-US" altLang="ko-KR" sz="1100" dirty="0" err="1">
                <a:sym typeface="Wingdings" panose="05000000000000000000" pitchFamily="2" charset="2"/>
              </a:rPr>
              <a:t>settings.local.json</a:t>
            </a:r>
            <a:r>
              <a:rPr lang="ko-KR" altLang="en-US" sz="1100" dirty="0">
                <a:sym typeface="Wingdings" panose="05000000000000000000" pitchFamily="2" charset="2"/>
              </a:rPr>
              <a:t> 이나 </a:t>
            </a:r>
            <a:r>
              <a:rPr lang="en-US" altLang="ko-KR" sz="1100" dirty="0">
                <a:sym typeface="Wingdings" panose="05000000000000000000" pitchFamily="2" charset="2"/>
              </a:rPr>
              <a:t>CLAUDE.md </a:t>
            </a:r>
            <a:r>
              <a:rPr lang="ko-KR" altLang="en-US" sz="1100" dirty="0">
                <a:sym typeface="Wingdings" panose="05000000000000000000" pitchFamily="2" charset="2"/>
              </a:rPr>
              <a:t>파일 등 </a:t>
            </a:r>
            <a:br>
              <a:rPr lang="en-US" altLang="ko-KR" sz="1100" dirty="0">
                <a:sym typeface="Wingdings" panose="05000000000000000000" pitchFamily="2" charset="2"/>
              </a:rPr>
            </a:br>
            <a:r>
              <a:rPr lang="en-US" altLang="ko-KR" sz="1100" dirty="0">
                <a:sym typeface="Wingdings" panose="05000000000000000000" pitchFamily="2" charset="2"/>
              </a:rPr>
              <a:t>        </a:t>
            </a:r>
            <a:r>
              <a:rPr lang="ko-KR" altLang="en-US" sz="1100" dirty="0">
                <a:sym typeface="Wingdings" panose="05000000000000000000" pitchFamily="2" charset="2"/>
              </a:rPr>
              <a:t>사용자에 맞는 환경을 고려한 형태로 프로젝트를 </a:t>
            </a:r>
            <a:r>
              <a:rPr lang="ko-KR" altLang="en-US" sz="1100" dirty="0" err="1">
                <a:sym typeface="Wingdings" panose="05000000000000000000" pitchFamily="2" charset="2"/>
              </a:rPr>
              <a:t>구성하겠금</a:t>
            </a:r>
            <a:r>
              <a:rPr lang="ko-KR" altLang="en-US" sz="1100" dirty="0">
                <a:sym typeface="Wingdings" panose="05000000000000000000" pitchFamily="2" charset="2"/>
              </a:rPr>
              <a:t> 설정한 셋팅이</a:t>
            </a:r>
            <a:br>
              <a:rPr lang="en-US" altLang="ko-KR" sz="1100" dirty="0">
                <a:sym typeface="Wingdings" panose="05000000000000000000" pitchFamily="2" charset="2"/>
              </a:rPr>
            </a:br>
            <a:r>
              <a:rPr lang="en-US" altLang="ko-KR" sz="1100" dirty="0">
                <a:sym typeface="Wingdings" panose="05000000000000000000" pitchFamily="2" charset="2"/>
              </a:rPr>
              <a:t>        </a:t>
            </a:r>
            <a:r>
              <a:rPr lang="ko-KR" altLang="en-US" sz="1100" dirty="0">
                <a:sym typeface="Wingdings" panose="05000000000000000000" pitchFamily="2" charset="2"/>
              </a:rPr>
              <a:t>파일로서 존재함으로 충돌이 난다</a:t>
            </a:r>
            <a:r>
              <a:rPr lang="en-US" altLang="ko-KR" sz="1100" dirty="0">
                <a:sym typeface="Wingdings" panose="05000000000000000000" pitchFamily="2" charset="2"/>
              </a:rPr>
              <a:t>. </a:t>
            </a:r>
            <a:r>
              <a:rPr lang="ko-KR" altLang="en-US" sz="1100" dirty="0">
                <a:sym typeface="Wingdings" panose="05000000000000000000" pitchFamily="2" charset="2"/>
              </a:rPr>
              <a:t>이 경우 해결 방법은 </a:t>
            </a:r>
            <a:br>
              <a:rPr lang="en-US" altLang="ko-KR" sz="1100" dirty="0">
                <a:sym typeface="Wingdings" panose="05000000000000000000" pitchFamily="2" charset="2"/>
              </a:rPr>
            </a:br>
            <a:r>
              <a:rPr lang="en-US" altLang="ko-KR" sz="1100" dirty="0">
                <a:sym typeface="Wingdings" panose="05000000000000000000" pitchFamily="2" charset="2"/>
              </a:rPr>
              <a:t>        </a:t>
            </a:r>
            <a:r>
              <a:rPr lang="ko-KR" altLang="en-US" sz="1100" dirty="0">
                <a:sym typeface="Wingdings" panose="05000000000000000000" pitchFamily="2" charset="2"/>
              </a:rPr>
              <a:t>루트 하위에 프로젝트 폴더를 생성해달라고 하고 해당 폴더에 </a:t>
            </a:r>
            <a:r>
              <a:rPr lang="en-US" altLang="ko-KR" sz="1100" dirty="0">
                <a:sym typeface="Wingdings" panose="05000000000000000000" pitchFamily="2" charset="2"/>
              </a:rPr>
              <a:t>Next.js </a:t>
            </a:r>
            <a:r>
              <a:rPr lang="ko-KR" altLang="en-US" sz="1100" dirty="0">
                <a:sym typeface="Wingdings" panose="05000000000000000000" pitchFamily="2" charset="2"/>
              </a:rPr>
              <a:t>프로젝트를 초기화 </a:t>
            </a:r>
            <a:br>
              <a:rPr lang="en-US" altLang="ko-KR" sz="1100" dirty="0">
                <a:sym typeface="Wingdings" panose="05000000000000000000" pitchFamily="2" charset="2"/>
              </a:rPr>
            </a:br>
            <a:r>
              <a:rPr lang="en-US" altLang="ko-KR" sz="1100" dirty="0">
                <a:sym typeface="Wingdings" panose="05000000000000000000" pitchFamily="2" charset="2"/>
              </a:rPr>
              <a:t>        </a:t>
            </a:r>
            <a:r>
              <a:rPr lang="ko-KR" altLang="en-US" sz="1100" dirty="0">
                <a:sym typeface="Wingdings" panose="05000000000000000000" pitchFamily="2" charset="2"/>
              </a:rPr>
              <a:t>해달라고 </a:t>
            </a:r>
            <a:r>
              <a:rPr lang="ko-KR" altLang="en-US" sz="1100" dirty="0" err="1">
                <a:sym typeface="Wingdings" panose="05000000000000000000" pitchFamily="2" charset="2"/>
              </a:rPr>
              <a:t>하면된다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  <a:endParaRPr lang="ko-KR" alt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0ADDF-8DB7-F0DC-9FA2-25F65D55ABDA}"/>
              </a:ext>
            </a:extLst>
          </p:cNvPr>
          <p:cNvSpPr txBox="1"/>
          <p:nvPr/>
        </p:nvSpPr>
        <p:spPr>
          <a:xfrm>
            <a:off x="1197204" y="501506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Next.js </a:t>
            </a:r>
            <a:r>
              <a:rPr lang="ko-KR" altLang="en-US" sz="1200" dirty="0"/>
              <a:t>프로젝트 초기화 시 파일이 존재할 경우 처리 요청 처리 예시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프로젝트 </a:t>
            </a:r>
            <a:r>
              <a:rPr lang="en-US" altLang="ko-KR" sz="1200" dirty="0">
                <a:sym typeface="Wingdings" panose="05000000000000000000" pitchFamily="2" charset="2"/>
              </a:rPr>
              <a:t>Root </a:t>
            </a:r>
            <a:r>
              <a:rPr lang="ko-KR" altLang="en-US" sz="1200" dirty="0">
                <a:sym typeface="Wingdings" panose="05000000000000000000" pitchFamily="2" charset="2"/>
              </a:rPr>
              <a:t>내 </a:t>
            </a:r>
            <a:r>
              <a:rPr lang="en-US" altLang="ko-KR" sz="1200" dirty="0">
                <a:sym typeface="Wingdings" panose="05000000000000000000" pitchFamily="2" charset="2"/>
              </a:rPr>
              <a:t>temp</a:t>
            </a:r>
            <a:r>
              <a:rPr lang="ko-KR" altLang="en-US" sz="1200" dirty="0">
                <a:sym typeface="Wingdings" panose="05000000000000000000" pitchFamily="2" charset="2"/>
              </a:rPr>
              <a:t>디렉토리를 만들어서 </a:t>
            </a:r>
            <a:r>
              <a:rPr lang="en-US" altLang="ko-KR" sz="1200" dirty="0">
                <a:sym typeface="Wingdings" panose="05000000000000000000" pitchFamily="2" charset="2"/>
              </a:rPr>
              <a:t>Next.js </a:t>
            </a:r>
            <a:r>
              <a:rPr lang="ko-KR" altLang="en-US" sz="1200" dirty="0">
                <a:sym typeface="Wingdings" panose="05000000000000000000" pitchFamily="2" charset="2"/>
              </a:rPr>
              <a:t>프로젝트를 셋팅하고</a:t>
            </a:r>
            <a:r>
              <a:rPr lang="en-US" altLang="ko-KR" sz="1200" dirty="0"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ym typeface="Wingdings" panose="05000000000000000000" pitchFamily="2" charset="2"/>
              </a:rPr>
              <a:t>셋팅이 완료되면 해당 프로젝트의 모든 파일 및 폴더를 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Root </a:t>
            </a:r>
            <a:r>
              <a:rPr lang="ko-KR" altLang="en-US" sz="1200" dirty="0">
                <a:sym typeface="Wingdings" panose="05000000000000000000" pitchFamily="2" charset="2"/>
              </a:rPr>
              <a:t>디렉토리로 이동시킨 후 </a:t>
            </a:r>
            <a:r>
              <a:rPr lang="en-US" altLang="ko-KR" sz="1200" dirty="0">
                <a:sym typeface="Wingdings" panose="05000000000000000000" pitchFamily="2" charset="2"/>
              </a:rPr>
              <a:t>temp </a:t>
            </a:r>
            <a:r>
              <a:rPr lang="ko-KR" altLang="en-US" sz="1200" dirty="0">
                <a:sym typeface="Wingdings" panose="05000000000000000000" pitchFamily="2" charset="2"/>
              </a:rPr>
              <a:t>폴더를 삭제해주세요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br>
              <a:rPr lang="en-US" altLang="ko-KR" sz="1200" dirty="0">
                <a:sym typeface="Wingdings" panose="05000000000000000000" pitchFamily="2" charset="2"/>
              </a:rPr>
            </a:br>
            <a:br>
              <a:rPr lang="en-US" altLang="ko-KR" sz="1200" dirty="0">
                <a:sym typeface="Wingdings" panose="05000000000000000000" pitchFamily="2" charset="2"/>
              </a:rPr>
            </a:b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9438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2AB39-0FB4-C1A0-CD08-03794739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13AADB-BC91-1628-2432-8EAAF53E71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7"/>
          <a:stretch>
            <a:fillRect/>
          </a:stretch>
        </p:blipFill>
        <p:spPr>
          <a:xfrm>
            <a:off x="1187776" y="1923068"/>
            <a:ext cx="7939019" cy="4453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75654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28F41-B103-15CA-0504-4CF6B947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단계적 사고 기법 </a:t>
            </a:r>
            <a:r>
              <a:rPr lang="en-US" altLang="ko-KR" dirty="0"/>
              <a:t>Chain of Thought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85DB4-EF2C-29AF-906B-3D40A8F77144}"/>
              </a:ext>
            </a:extLst>
          </p:cNvPr>
          <p:cNvSpPr txBox="1"/>
          <p:nvPr/>
        </p:nvSpPr>
        <p:spPr>
          <a:xfrm>
            <a:off x="1102936" y="1894788"/>
            <a:ext cx="99924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복잡한 작업을 단계적으로 쪼개어 사고하도록 하는 방법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프롬프트에 </a:t>
            </a:r>
            <a:r>
              <a:rPr lang="en-US" altLang="ko-KR" sz="1400" dirty="0"/>
              <a:t>“</a:t>
            </a:r>
            <a:r>
              <a:rPr lang="ko-KR" altLang="en-US" sz="1400" dirty="0"/>
              <a:t>단계별로 생각해달라</a:t>
            </a:r>
            <a:r>
              <a:rPr lang="en-US" altLang="ko-KR" sz="1400" dirty="0"/>
              <a:t>”</a:t>
            </a:r>
            <a:r>
              <a:rPr lang="ko-KR" altLang="en-US" sz="1400" dirty="0"/>
              <a:t>고 요청하면 되며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단계에 대한 대략적인 사항들을 나열하면 더욱 좋다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083483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</TotalTime>
  <Words>298</Words>
  <Application>Microsoft Office PowerPoint</Application>
  <PresentationFormat>와이드스크린</PresentationFormat>
  <Paragraphs>27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Wingdings</vt:lpstr>
      <vt:lpstr>추억</vt:lpstr>
      <vt:lpstr>스타터 킷 만들기</vt:lpstr>
      <vt:lpstr>처음부터 스타터 킷을 AI에게 요청</vt:lpstr>
      <vt:lpstr>Next.js 프로젝트 생성방법. </vt:lpstr>
      <vt:lpstr>생성결과</vt:lpstr>
      <vt:lpstr>단계적 사고 기법 Chain of Thought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9</cp:revision>
  <dcterms:created xsi:type="dcterms:W3CDTF">2026-06-28T09:38:58Z</dcterms:created>
  <dcterms:modified xsi:type="dcterms:W3CDTF">2026-06-28T10:37:37Z</dcterms:modified>
</cp:coreProperties>
</file>