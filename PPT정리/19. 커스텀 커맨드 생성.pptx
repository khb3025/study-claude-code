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6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9738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0946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88926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96247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69687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500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23332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6CCC8AA-0DE1-4903-9491-44B45A808B1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869162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961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27079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CCC8AA-0DE1-4903-9491-44B45A808B1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05806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76CCC8AA-0DE1-4903-9491-44B45A808B13}" type="datetimeFigureOut">
              <a:rPr lang="ko-KR" altLang="en-US" smtClean="0"/>
              <a:t>2026-06-29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88A969A-DD2D-49BA-BFEE-87A35102B9BD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9201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71CF51E-C88C-4CF5-174F-7A5DC1835F7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커스텀 커맨드 생성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80CEB27-0507-3710-124E-EA2D281F44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9343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20A0CA-099B-8FCC-DD5D-2A4DD723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커스텀 커맨드 생성 방법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7C21E8D-8E85-AE44-C0E4-B917476AEA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" y="2102483"/>
            <a:ext cx="2048161" cy="132416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BAE783E-97F4-CF54-ECF5-FCE0ABEFEA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9676" y="2102483"/>
            <a:ext cx="3743847" cy="6382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70BF5FE-AA08-E935-DD6E-9F8E5595E0A0}"/>
              </a:ext>
            </a:extLst>
          </p:cNvPr>
          <p:cNvSpPr txBox="1"/>
          <p:nvPr/>
        </p:nvSpPr>
        <p:spPr>
          <a:xfrm>
            <a:off x="3309676" y="2875175"/>
            <a:ext cx="84738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.</a:t>
            </a:r>
            <a:r>
              <a:rPr lang="en-US" altLang="ko-KR" sz="1400" dirty="0" err="1"/>
              <a:t>claude</a:t>
            </a:r>
            <a:r>
              <a:rPr lang="en-US" altLang="ko-KR" sz="1400" dirty="0"/>
              <a:t>/commands/ </a:t>
            </a:r>
            <a:r>
              <a:rPr lang="ko-KR" altLang="en-US" sz="1400" dirty="0"/>
              <a:t>폴더에 추가할 커맨드 이름으로 </a:t>
            </a:r>
            <a:r>
              <a:rPr lang="en-US" altLang="ko-KR" sz="1400" dirty="0"/>
              <a:t>md </a:t>
            </a:r>
            <a:r>
              <a:rPr lang="ko-KR" altLang="en-US" sz="1400" dirty="0"/>
              <a:t>파일 생성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Claude </a:t>
            </a:r>
            <a:r>
              <a:rPr lang="ko-KR" altLang="en-US" sz="1400" dirty="0"/>
              <a:t>재실행 시 생성한 커맨드 확인 가능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87418A99-33D8-DFA3-D957-AF0E8AB036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9676" y="3730973"/>
            <a:ext cx="6935168" cy="12193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37031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FDEA3-18D8-7BB6-A2F4-166FBD9956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B41BC11-56DE-7BD6-9DAE-262CD563F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커스텀 커맨드 네임스페이스 지정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7D5185-9618-22A9-4976-543F86BE8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5664" y="2095902"/>
            <a:ext cx="3743847" cy="63826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C49174-E969-9BDE-FFFB-172471704189}"/>
              </a:ext>
            </a:extLst>
          </p:cNvPr>
          <p:cNvSpPr txBox="1"/>
          <p:nvPr/>
        </p:nvSpPr>
        <p:spPr>
          <a:xfrm>
            <a:off x="3309676" y="2875175"/>
            <a:ext cx="847382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/>
              <a:t>.</a:t>
            </a:r>
            <a:r>
              <a:rPr lang="en-US" altLang="ko-KR" sz="1400" dirty="0" err="1"/>
              <a:t>claude</a:t>
            </a:r>
            <a:r>
              <a:rPr lang="en-US" altLang="ko-KR" sz="1400" dirty="0"/>
              <a:t>/commands/{namespace} </a:t>
            </a:r>
            <a:r>
              <a:rPr lang="ko-KR" altLang="en-US" sz="1400" dirty="0"/>
              <a:t>폴더에 추가할 커맨드 이름으로 </a:t>
            </a:r>
            <a:r>
              <a:rPr lang="en-US" altLang="ko-KR" sz="1400" dirty="0"/>
              <a:t>md </a:t>
            </a:r>
            <a:r>
              <a:rPr lang="ko-KR" altLang="en-US" sz="1400" dirty="0"/>
              <a:t>파일 생성</a:t>
            </a:r>
            <a:r>
              <a:rPr lang="en-US" altLang="ko-KR" sz="1400" dirty="0"/>
              <a:t>.</a:t>
            </a:r>
          </a:p>
          <a:p>
            <a:endParaRPr lang="en-US" altLang="ko-KR" sz="1400" dirty="0"/>
          </a:p>
          <a:p>
            <a:r>
              <a:rPr lang="en-US" altLang="ko-KR" sz="1400" dirty="0"/>
              <a:t>Claude </a:t>
            </a:r>
            <a:r>
              <a:rPr lang="ko-KR" altLang="en-US" sz="1400" dirty="0"/>
              <a:t>재실행 시</a:t>
            </a:r>
            <a:r>
              <a:rPr lang="en-US" altLang="ko-KR" sz="1400" dirty="0"/>
              <a:t>.  /{namespace </a:t>
            </a:r>
            <a:r>
              <a:rPr lang="ko-KR" altLang="en-US" sz="1400" dirty="0"/>
              <a:t>폴더 명</a:t>
            </a:r>
            <a:r>
              <a:rPr lang="en-US" altLang="ko-KR" sz="1400" dirty="0"/>
              <a:t>}:{command.md</a:t>
            </a:r>
            <a:r>
              <a:rPr lang="ko-KR" altLang="en-US" sz="1400" dirty="0"/>
              <a:t>파일 명</a:t>
            </a:r>
            <a:r>
              <a:rPr lang="en-US" altLang="ko-KR" sz="1400" dirty="0"/>
              <a:t>} </a:t>
            </a:r>
            <a:r>
              <a:rPr lang="ko-KR" altLang="en-US" sz="1400" dirty="0"/>
              <a:t>형태로 커스텀 명령을 확인 가능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E490057-4146-01D0-5944-07F48C330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2080100"/>
            <a:ext cx="2191056" cy="153373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31FA6E19-CBE1-0731-7C6A-D7829F929E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8336" y="3613839"/>
            <a:ext cx="7954485" cy="281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683150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9</TotalTime>
  <Words>66</Words>
  <Application>Microsoft Office PowerPoint</Application>
  <PresentationFormat>와이드스크린</PresentationFormat>
  <Paragraphs>9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6" baseType="lpstr">
      <vt:lpstr>Calibri</vt:lpstr>
      <vt:lpstr>Calibri Light</vt:lpstr>
      <vt:lpstr>추억</vt:lpstr>
      <vt:lpstr>커스텀 커맨드 생성</vt:lpstr>
      <vt:lpstr>커스텀 커맨드 생성 방법</vt:lpstr>
      <vt:lpstr>커스텀 커맨드 네임스페이스 지정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2</cp:revision>
  <dcterms:created xsi:type="dcterms:W3CDTF">2026-06-29T11:01:09Z</dcterms:created>
  <dcterms:modified xsi:type="dcterms:W3CDTF">2026-06-29T11:10:50Z</dcterms:modified>
</cp:coreProperties>
</file>