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06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30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008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01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68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44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23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51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80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60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28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96EB5B-C229-475A-B47D-6610550799E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542E07F-58B7-494E-9387-B15E1508AB9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88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B84D9-BA3B-86FF-7625-EAB572EF42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600" dirty="0" err="1"/>
              <a:t>퀵</a:t>
            </a:r>
            <a:r>
              <a:rPr lang="ko-KR" altLang="en-US" sz="6600" dirty="0"/>
              <a:t> </a:t>
            </a:r>
            <a:r>
              <a:rPr lang="ko-KR" altLang="en-US" sz="6600" dirty="0" err="1"/>
              <a:t>스타터</a:t>
            </a:r>
            <a:r>
              <a:rPr lang="ko-KR" altLang="en-US" sz="6600" dirty="0"/>
              <a:t> 오류 해결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E95BE7-6C41-36DA-D9E3-51EAD8497C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71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70B22-8E95-5A03-DD5C-91F3BC12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Playwright MCP</a:t>
            </a:r>
            <a:r>
              <a:rPr lang="ko-KR" altLang="en-US" dirty="0"/>
              <a:t>를 활용한 오류 해결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2E40D2-24A2-147C-8C3F-B1DBB4EE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8" y="1887178"/>
            <a:ext cx="6514904" cy="43580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99D03F-C009-B027-7A84-3F6CCC8095E5}"/>
              </a:ext>
            </a:extLst>
          </p:cNvPr>
          <p:cNvSpPr txBox="1"/>
          <p:nvPr/>
        </p:nvSpPr>
        <p:spPr>
          <a:xfrm>
            <a:off x="6749592" y="1887178"/>
            <a:ext cx="530729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퀵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스타터</a:t>
            </a:r>
            <a:r>
              <a:rPr lang="ko-KR" altLang="en-US" sz="1100" dirty="0"/>
              <a:t> 생성 요청 시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강의랑</a:t>
            </a:r>
            <a:r>
              <a:rPr lang="ko-KR" altLang="en-US" sz="1100" dirty="0"/>
              <a:t> 많이 다른 </a:t>
            </a:r>
            <a:r>
              <a:rPr lang="ko-KR" altLang="en-US" sz="1100" dirty="0" err="1"/>
              <a:t>퀵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스타터</a:t>
            </a:r>
            <a:r>
              <a:rPr lang="ko-KR" altLang="en-US" sz="1100" dirty="0"/>
              <a:t> 페이지가 만들어 </a:t>
            </a:r>
            <a:r>
              <a:rPr lang="ko-KR" altLang="en-US" sz="1100" dirty="0" err="1"/>
              <a:t>지는것은</a:t>
            </a:r>
            <a:r>
              <a:rPr lang="ko-KR" altLang="en-US" sz="1100" dirty="0"/>
              <a:t> 매우 당연한 것이다</a:t>
            </a:r>
            <a:r>
              <a:rPr lang="en-US" altLang="ko-KR" sz="1100" dirty="0"/>
              <a:t>. </a:t>
            </a:r>
            <a:r>
              <a:rPr lang="ko-KR" altLang="en-US" sz="1100" dirty="0"/>
              <a:t>최대한 동일한 </a:t>
            </a:r>
            <a:r>
              <a:rPr lang="ko-KR" altLang="en-US" sz="1100" dirty="0" err="1"/>
              <a:t>퀵</a:t>
            </a:r>
            <a:r>
              <a:rPr lang="ko-KR" altLang="en-US" sz="1100" dirty="0"/>
              <a:t> 스타터를 만들고자 한다면</a:t>
            </a:r>
            <a:r>
              <a:rPr lang="en-US" altLang="ko-KR" sz="1100" dirty="0"/>
              <a:t>, </a:t>
            </a:r>
            <a:r>
              <a:rPr lang="ko-KR" altLang="en-US" sz="1100" dirty="0"/>
              <a:t>캡쳐와 함께 수정되었으면 하는 기능에 대해 명확하게 명시한다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br>
              <a:rPr lang="en-US" altLang="ko-KR" sz="1100" dirty="0"/>
            </a:br>
            <a:r>
              <a:rPr lang="ko-KR" altLang="en-US" sz="1100" dirty="0"/>
              <a:t>예시 </a:t>
            </a:r>
            <a:r>
              <a:rPr lang="en-US" altLang="ko-KR" sz="1100" dirty="0"/>
              <a:t>) ※ </a:t>
            </a:r>
            <a:r>
              <a:rPr lang="ko-KR" altLang="en-US" sz="1100" dirty="0"/>
              <a:t>수정 전 화면을 </a:t>
            </a:r>
            <a:r>
              <a:rPr lang="ko-KR" altLang="en-US" sz="1100" dirty="0" err="1"/>
              <a:t>캡쳐하지</a:t>
            </a:r>
            <a:r>
              <a:rPr lang="ko-KR" altLang="en-US" sz="1100" dirty="0"/>
              <a:t> 못함</a:t>
            </a:r>
            <a:br>
              <a:rPr lang="en-US" altLang="ko-KR" sz="1100" dirty="0"/>
            </a:br>
            <a:endParaRPr lang="en-US" altLang="ko-KR" sz="1100" dirty="0"/>
          </a:p>
          <a:p>
            <a:r>
              <a:rPr lang="ko-KR" altLang="en-US" sz="1100" dirty="0"/>
              <a:t>웹 전문 개발자로써 작성된 </a:t>
            </a:r>
            <a:r>
              <a:rPr lang="ko-KR" altLang="en-US" sz="1100" dirty="0" err="1"/>
              <a:t>스타터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킷에</a:t>
            </a:r>
            <a:r>
              <a:rPr lang="ko-KR" altLang="en-US" sz="1100" dirty="0"/>
              <a:t> 요구사항을 적용</a:t>
            </a:r>
            <a:r>
              <a:rPr lang="en-US" altLang="ko-KR" sz="1100" dirty="0"/>
              <a:t> </a:t>
            </a:r>
            <a:r>
              <a:rPr lang="ko-KR" altLang="en-US" sz="1100" dirty="0"/>
              <a:t>및 수정해줘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1. “</a:t>
            </a:r>
            <a:r>
              <a:rPr lang="ko-KR" altLang="en-US" sz="1100" dirty="0"/>
              <a:t>체험해보기</a:t>
            </a:r>
            <a:r>
              <a:rPr lang="en-US" altLang="ko-KR" sz="1100" dirty="0"/>
              <a:t>…” </a:t>
            </a:r>
            <a:r>
              <a:rPr lang="ko-KR" altLang="en-US" sz="1100" dirty="0"/>
              <a:t>문구를 </a:t>
            </a:r>
            <a:r>
              <a:rPr lang="en-US" altLang="ko-KR" sz="1100" dirty="0"/>
              <a:t>“</a:t>
            </a:r>
            <a:r>
              <a:rPr lang="ko-KR" altLang="en-US" sz="1100" dirty="0"/>
              <a:t>예제 모음</a:t>
            </a:r>
            <a:r>
              <a:rPr lang="en-US" altLang="ko-KR" sz="1100" dirty="0"/>
              <a:t>”</a:t>
            </a:r>
            <a:r>
              <a:rPr lang="ko-KR" altLang="en-US" sz="1100" dirty="0"/>
              <a:t>으로 변경</a:t>
            </a:r>
            <a:br>
              <a:rPr lang="en-US" altLang="ko-KR" sz="1100" dirty="0"/>
            </a:br>
            <a:r>
              <a:rPr lang="en-US" altLang="ko-KR" sz="1100" dirty="0"/>
              <a:t>2. </a:t>
            </a:r>
            <a:r>
              <a:rPr lang="ko-KR" altLang="en-US" sz="1100" dirty="0"/>
              <a:t>캡쳐 상에 보이는 분류로 기능들을 분류하고</a:t>
            </a:r>
            <a:r>
              <a:rPr lang="en-US" altLang="ko-KR" sz="1100" dirty="0"/>
              <a:t>, </a:t>
            </a:r>
            <a:r>
              <a:rPr lang="ko-KR" altLang="en-US" sz="1100" dirty="0"/>
              <a:t>예제 보기 버튼을 클릭하면</a:t>
            </a:r>
            <a:br>
              <a:rPr lang="en-US" altLang="ko-KR" sz="1100" dirty="0"/>
            </a:br>
            <a:r>
              <a:rPr lang="en-US" altLang="ko-KR" sz="1100" dirty="0"/>
              <a:t>    </a:t>
            </a:r>
            <a:r>
              <a:rPr lang="ko-KR" altLang="en-US" sz="1100" dirty="0"/>
              <a:t>해당 기능의 구현 스크립트를 확인할 수 있도록 변경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3. </a:t>
            </a:r>
            <a:r>
              <a:rPr lang="ko-KR" altLang="en-US" sz="1100" dirty="0"/>
              <a:t> 예제 모음에 해당하는 분류별로 화면 및 스크립트 구성 시</a:t>
            </a:r>
            <a:r>
              <a:rPr lang="en-US" altLang="ko-KR" sz="1100" dirty="0"/>
              <a:t>, </a:t>
            </a:r>
            <a:r>
              <a:rPr lang="ko-KR" altLang="en-US" sz="1100" dirty="0"/>
              <a:t>필요한 라이브러리가</a:t>
            </a:r>
            <a:br>
              <a:rPr lang="en-US" altLang="ko-KR" sz="1100" dirty="0"/>
            </a:br>
            <a:r>
              <a:rPr lang="en-US" altLang="ko-KR" sz="1100" dirty="0"/>
              <a:t>     </a:t>
            </a:r>
            <a:r>
              <a:rPr lang="ko-KR" altLang="en-US" sz="1100" dirty="0"/>
              <a:t>설치 되어있지 않다면</a:t>
            </a:r>
            <a:r>
              <a:rPr lang="en-US" altLang="ko-KR" sz="1100" dirty="0"/>
              <a:t>,  </a:t>
            </a:r>
            <a:r>
              <a:rPr lang="ko-KR" altLang="en-US" sz="1100" dirty="0"/>
              <a:t>대중적으로 사용되는 라이브러리를 설치하여 기능 구현</a:t>
            </a:r>
            <a:br>
              <a:rPr lang="en-US" altLang="ko-KR" sz="1100" dirty="0"/>
            </a:b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65396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98C68-AB34-3049-0199-670673FB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D1B8E-317B-A106-D221-8B6A860A5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Playwright MCP</a:t>
            </a:r>
            <a:r>
              <a:rPr lang="ko-KR" altLang="en-US" dirty="0"/>
              <a:t>를 활용한 오류 해결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46295E-6706-CF1E-8592-A0E62C1F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5" y="1827358"/>
            <a:ext cx="8081913" cy="45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6137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141</Words>
  <Application>Microsoft Office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추억</vt:lpstr>
      <vt:lpstr>퀵 스타터 오류 해결</vt:lpstr>
      <vt:lpstr>Playwright MCP를 활용한 오류 해결-1</vt:lpstr>
      <vt:lpstr>Playwright MCP를 활용한 오류 해결-2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</cp:revision>
  <dcterms:created xsi:type="dcterms:W3CDTF">2026-06-29T14:24:40Z</dcterms:created>
  <dcterms:modified xsi:type="dcterms:W3CDTF">2026-06-29T14:43:02Z</dcterms:modified>
</cp:coreProperties>
</file>