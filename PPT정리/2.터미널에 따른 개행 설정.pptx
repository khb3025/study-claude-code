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92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18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46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79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22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23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14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68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77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38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4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9CF5ED1-0AD0-445F-8723-CBD801FF5420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5A97890-F86D-4D05-A38F-C29A8B4D06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6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DE851-664A-9928-2679-CBB93A3B9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터미널에 따른 </a:t>
            </a:r>
            <a:r>
              <a:rPr lang="ko-KR" altLang="en-US" sz="4800" dirty="0" err="1"/>
              <a:t>개행</a:t>
            </a:r>
            <a:r>
              <a:rPr lang="ko-KR" altLang="en-US" sz="4800" dirty="0"/>
              <a:t> 설정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FDE92-4267-FF2B-4860-44EB71EF3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8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CF9A20-3E14-F20C-00CD-82DDF193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/>
              <a:t>VSCode</a:t>
            </a:r>
            <a:r>
              <a:rPr lang="ko-KR" altLang="en-US" sz="3200" dirty="0"/>
              <a:t>에서는 </a:t>
            </a:r>
            <a:r>
              <a:rPr lang="en-US" altLang="ko-KR" sz="3200" dirty="0" err="1"/>
              <a:t>shift+enter</a:t>
            </a:r>
            <a:r>
              <a:rPr lang="ko-KR" altLang="en-US" sz="3200" dirty="0"/>
              <a:t>가 개행으로 </a:t>
            </a:r>
            <a:r>
              <a:rPr lang="ko-KR" altLang="en-US" sz="3200" dirty="0" err="1"/>
              <a:t>안먹힌다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44FEAA-9DC4-15DF-7D1E-08C63695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6242"/>
            <a:ext cx="7142527" cy="4434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70204E-D4F3-D3CD-6664-A11E350B6759}"/>
              </a:ext>
            </a:extLst>
          </p:cNvPr>
          <p:cNvSpPr txBox="1"/>
          <p:nvPr/>
        </p:nvSpPr>
        <p:spPr>
          <a:xfrm>
            <a:off x="8336280" y="1876242"/>
            <a:ext cx="3741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Claude</a:t>
            </a:r>
            <a:r>
              <a:rPr lang="ko-KR" altLang="en-US" sz="1200" dirty="0"/>
              <a:t>에서 </a:t>
            </a:r>
            <a:r>
              <a:rPr lang="en-US" altLang="ko-KR" sz="1200" dirty="0"/>
              <a:t>/terminal-setup </a:t>
            </a:r>
            <a:r>
              <a:rPr lang="ko-KR" altLang="en-US" sz="1200" dirty="0"/>
              <a:t>명령어를 치면</a:t>
            </a:r>
            <a:br>
              <a:rPr lang="en-US" altLang="ko-KR" sz="1200" dirty="0"/>
            </a:br>
            <a:r>
              <a:rPr lang="en-US" altLang="ko-KR" sz="1200" dirty="0"/>
              <a:t>Shift + Enter</a:t>
            </a:r>
            <a:r>
              <a:rPr lang="ko-KR" altLang="en-US" sz="1200" dirty="0"/>
              <a:t>가 개행으로 동작한다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다른 환경에서도 마찬가지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(※ IntelliJ</a:t>
            </a:r>
            <a:r>
              <a:rPr lang="ko-KR" altLang="en-US" sz="1200" dirty="0"/>
              <a:t> 터미널 환경에서는 </a:t>
            </a:r>
            <a:r>
              <a:rPr lang="en-US" altLang="ko-KR" sz="1200" dirty="0" err="1"/>
              <a:t>Shift+Enter</a:t>
            </a:r>
            <a:r>
              <a:rPr lang="ko-KR" altLang="en-US" sz="1200" dirty="0"/>
              <a:t>가 개행으로 </a:t>
            </a:r>
            <a:br>
              <a:rPr lang="en-US" altLang="ko-KR" sz="1200"/>
            </a:br>
            <a:r>
              <a:rPr lang="en-US" altLang="ko-KR" sz="1200"/>
              <a:t>     </a:t>
            </a:r>
            <a:r>
              <a:rPr lang="ko-KR" altLang="en-US" sz="1200"/>
              <a:t>이미 </a:t>
            </a:r>
            <a:r>
              <a:rPr lang="ko-KR" altLang="en-US" sz="1200" dirty="0" err="1"/>
              <a:t>셋팅되어있다</a:t>
            </a:r>
            <a:r>
              <a:rPr lang="en-US" altLang="ko-KR" sz="1200" dirty="0"/>
              <a:t>.)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2645635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48</Words>
  <Application>Microsoft Office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추억</vt:lpstr>
      <vt:lpstr>터미널에 따른 개행 설정</vt:lpstr>
      <vt:lpstr>VSCode에서는 shift+enter가 개행으로 안먹힌다.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2026-06-23T08:04:53Z</dcterms:created>
  <dcterms:modified xsi:type="dcterms:W3CDTF">2026-06-23T08:06:53Z</dcterms:modified>
</cp:coreProperties>
</file>