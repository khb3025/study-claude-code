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3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4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89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62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68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0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33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91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6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70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58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CCC8AA-0DE1-4903-9491-44B45A808B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0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CF51E-C88C-4CF5-174F-7A5DC1835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커스텀 커맨드 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0CEB27-0507-3710-124E-EA2D281F4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34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0A0CA-099B-8FCC-DD5D-2A4DD723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생성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C21E8D-8E85-AE44-C0E4-B917476A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2483"/>
            <a:ext cx="2048161" cy="1324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AE783E-97F4-CF54-ECF5-FCE0ABEFE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676" y="2102483"/>
            <a:ext cx="3743847" cy="638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BF5FE-AA08-E935-DD6E-9F8E5595E0A0}"/>
              </a:ext>
            </a:extLst>
          </p:cNvPr>
          <p:cNvSpPr txBox="1"/>
          <p:nvPr/>
        </p:nvSpPr>
        <p:spPr>
          <a:xfrm>
            <a:off x="3309676" y="2875175"/>
            <a:ext cx="8473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/commands/ </a:t>
            </a:r>
            <a:r>
              <a:rPr lang="ko-KR" altLang="en-US" sz="1400" dirty="0"/>
              <a:t>폴더에 추가할 커맨드 이름으로 </a:t>
            </a:r>
            <a:r>
              <a:rPr lang="en-US" altLang="ko-KR" sz="1400" dirty="0"/>
              <a:t>md </a:t>
            </a:r>
            <a:r>
              <a:rPr lang="ko-KR" altLang="en-US" sz="1400" dirty="0"/>
              <a:t>파일 생성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Claude </a:t>
            </a:r>
            <a:r>
              <a:rPr lang="ko-KR" altLang="en-US" sz="1400" dirty="0"/>
              <a:t>재실행 시 생성한 커맨드 확인 가능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418A99-33D8-DFA3-D957-AF0E8AB03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676" y="3730973"/>
            <a:ext cx="693516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0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FDEA3-18D8-7BB6-A2F4-166FBD99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1BC11-56DE-7BD6-9DAE-262CD563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네임스페이스 지정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7D5185-9618-22A9-4976-543F86BE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664" y="2095902"/>
            <a:ext cx="3743847" cy="638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C49174-E969-9BDE-FFFB-172471704189}"/>
              </a:ext>
            </a:extLst>
          </p:cNvPr>
          <p:cNvSpPr txBox="1"/>
          <p:nvPr/>
        </p:nvSpPr>
        <p:spPr>
          <a:xfrm>
            <a:off x="3309676" y="2875175"/>
            <a:ext cx="8473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/commands/{namespace} </a:t>
            </a:r>
            <a:r>
              <a:rPr lang="ko-KR" altLang="en-US" sz="1400" dirty="0"/>
              <a:t>폴더에 추가할 커맨드 이름으로 </a:t>
            </a:r>
            <a:r>
              <a:rPr lang="en-US" altLang="ko-KR" sz="1400" dirty="0"/>
              <a:t>md </a:t>
            </a:r>
            <a:r>
              <a:rPr lang="ko-KR" altLang="en-US" sz="1400" dirty="0"/>
              <a:t>파일 생성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Claude </a:t>
            </a:r>
            <a:r>
              <a:rPr lang="ko-KR" altLang="en-US" sz="1400" dirty="0"/>
              <a:t>재실행 시</a:t>
            </a:r>
            <a:r>
              <a:rPr lang="en-US" altLang="ko-KR" sz="1400" dirty="0"/>
              <a:t>.  /{namespace </a:t>
            </a:r>
            <a:r>
              <a:rPr lang="ko-KR" altLang="en-US" sz="1400" dirty="0"/>
              <a:t>폴더 명</a:t>
            </a:r>
            <a:r>
              <a:rPr lang="en-US" altLang="ko-KR" sz="1400" dirty="0"/>
              <a:t>}:{command.md</a:t>
            </a:r>
            <a:r>
              <a:rPr lang="ko-KR" altLang="en-US" sz="1400" dirty="0"/>
              <a:t>파일 명</a:t>
            </a:r>
            <a:r>
              <a:rPr lang="en-US" altLang="ko-KR" sz="1400" dirty="0"/>
              <a:t>} </a:t>
            </a:r>
            <a:r>
              <a:rPr lang="ko-KR" altLang="en-US" sz="1400" dirty="0"/>
              <a:t>형태로 커스텀 명령을 확인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490057-4146-01D0-5944-07F48C33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0100"/>
            <a:ext cx="2191056" cy="15337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FA6E19-CBE1-0731-7C6A-D7829F929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336" y="3613839"/>
            <a:ext cx="795448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8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8D28B-1468-DEFB-B1E7-75981947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커스텀 커맨드와 스킬의 차이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3D3BE8-012D-42D8-0C36-61F8C75B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1" y="1991413"/>
            <a:ext cx="7107810" cy="39981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42FFB2-014D-463E-754D-18AF15BDF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84" t="26391" r="25541" b="4180"/>
          <a:stretch>
            <a:fillRect/>
          </a:stretch>
        </p:blipFill>
        <p:spPr>
          <a:xfrm>
            <a:off x="7597200" y="1991413"/>
            <a:ext cx="4222713" cy="33535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225B29-3FFE-C45E-DE17-8DC3BD805240}"/>
              </a:ext>
            </a:extLst>
          </p:cNvPr>
          <p:cNvSpPr txBox="1"/>
          <p:nvPr/>
        </p:nvSpPr>
        <p:spPr>
          <a:xfrm>
            <a:off x="7447175" y="5467546"/>
            <a:ext cx="45091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커스텀 커맨드가 스킬 기술로 통합되었기 떄문에</a:t>
            </a:r>
            <a:r>
              <a:rPr lang="en-US" altLang="ko-KR" sz="1100"/>
              <a:t>, </a:t>
            </a:r>
            <a:r>
              <a:rPr lang="ko-KR" altLang="en-US" sz="1100"/>
              <a:t>스킬에서 정의한 </a:t>
            </a:r>
            <a:br>
              <a:rPr lang="en-US" altLang="ko-KR" sz="1100"/>
            </a:br>
            <a:r>
              <a:rPr lang="ko-KR" altLang="en-US" sz="1100"/>
              <a:t>프론트 메타와 설명 그리고 본문을 전부 사용할 수 있게 되었다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ko-KR" altLang="en-US" sz="1100" b="1"/>
              <a:t>차이점은 참고 자료를 </a:t>
            </a:r>
            <a:r>
              <a:rPr lang="en-US" altLang="ko-KR" sz="1100" b="1"/>
              <a:t>.md </a:t>
            </a:r>
            <a:r>
              <a:rPr lang="ko-KR" altLang="en-US" sz="1100" b="1"/>
              <a:t>문서에 넣을수 있느냐로 갈린다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96992433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</TotalTime>
  <Words>102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추억</vt:lpstr>
      <vt:lpstr>커스텀 커맨드 생성</vt:lpstr>
      <vt:lpstr>커스텀 커맨드 생성 방법</vt:lpstr>
      <vt:lpstr>커스텀 커맨드 네임스페이스 지정</vt:lpstr>
      <vt:lpstr>커스텀 커맨드와 스킬의 차이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</cp:revision>
  <dcterms:created xsi:type="dcterms:W3CDTF">2026-06-29T11:01:09Z</dcterms:created>
  <dcterms:modified xsi:type="dcterms:W3CDTF">2026-07-07T13:40:37Z</dcterms:modified>
</cp:coreProperties>
</file>