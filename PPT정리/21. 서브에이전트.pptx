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D11C-E981-4754-82CB-ECF40877A516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41D1-16C8-466F-860E-389ADAD3CDB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631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D11C-E981-4754-82CB-ECF40877A516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41D1-16C8-466F-860E-389ADAD3C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626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D11C-E981-4754-82CB-ECF40877A516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41D1-16C8-466F-860E-389ADAD3CDB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125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D11C-E981-4754-82CB-ECF40877A516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41D1-16C8-466F-860E-389ADAD3C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243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D11C-E981-4754-82CB-ECF40877A516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41D1-16C8-466F-860E-389ADAD3C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919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D11C-E981-4754-82CB-ECF40877A516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41D1-16C8-466F-860E-389ADAD3C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687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D11C-E981-4754-82CB-ECF40877A516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41D1-16C8-466F-860E-389ADAD3C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96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14AD11C-E981-4754-82CB-ECF40877A516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E641D1-16C8-466F-860E-389ADAD3C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235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D11C-E981-4754-82CB-ECF40877A516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41D1-16C8-466F-860E-389ADAD3C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72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D11C-E981-4754-82CB-ECF40877A516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41D1-16C8-466F-860E-389ADAD3C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17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D11C-E981-4754-82CB-ECF40877A516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641D1-16C8-466F-860E-389ADAD3C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76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14AD11C-E981-4754-82CB-ECF40877A516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5E641D1-16C8-466F-860E-389ADAD3CDB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66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E1F14-7AF8-B2B7-64CD-8998F37D11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000" dirty="0"/>
              <a:t>서브 에이전트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5209FA-A4AE-5AA7-1606-F15BDB465D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메인 컨텍스트를 차지하지 않는 보조 </a:t>
            </a:r>
            <a:r>
              <a:rPr lang="en-US" altLang="ko-KR" dirty="0"/>
              <a:t>AI</a:t>
            </a:r>
            <a:r>
              <a:rPr lang="ko-KR" altLang="en-US" dirty="0"/>
              <a:t>수행 도구</a:t>
            </a:r>
          </a:p>
        </p:txBody>
      </p:sp>
    </p:spTree>
    <p:extLst>
      <p:ext uri="{BB962C8B-B14F-4D97-AF65-F5344CB8AC3E}">
        <p14:creationId xmlns:p14="http://schemas.microsoft.com/office/powerpoint/2010/main" val="2399973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D721FF-A782-355E-5C85-D1457910D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서브에이전트</a:t>
            </a:r>
            <a:r>
              <a:rPr lang="ko-KR" altLang="en-US" dirty="0"/>
              <a:t> 추가 방법</a:t>
            </a:r>
            <a:r>
              <a:rPr lang="en-US" altLang="ko-KR" dirty="0"/>
              <a:t>-1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72947C-8CFC-EAFD-857C-6A9690905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8762"/>
            <a:ext cx="1857634" cy="14384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8C967A-9755-8D5A-FA12-40616A02F8C1}"/>
              </a:ext>
            </a:extLst>
          </p:cNvPr>
          <p:cNvSpPr txBox="1"/>
          <p:nvPr/>
        </p:nvSpPr>
        <p:spPr>
          <a:xfrm>
            <a:off x="3063711" y="1878762"/>
            <a:ext cx="773940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/>
              <a:t>/agents</a:t>
            </a:r>
            <a:r>
              <a:rPr lang="ko-KR" altLang="en-US" sz="1400" dirty="0"/>
              <a:t> 명령어 입력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Create new agent</a:t>
            </a:r>
          </a:p>
          <a:p>
            <a:pPr marL="342900" indent="-342900">
              <a:buAutoNum type="arabicPeriod"/>
            </a:pPr>
            <a:r>
              <a:rPr lang="ko-KR" altLang="en-US" sz="1400" dirty="0" err="1"/>
              <a:t>서브에이전트</a:t>
            </a:r>
            <a:r>
              <a:rPr lang="ko-KR" altLang="en-US" sz="1400" dirty="0"/>
              <a:t> 범위 지정 </a:t>
            </a:r>
            <a:r>
              <a:rPr lang="en-US" altLang="ko-KR" sz="1400" dirty="0"/>
              <a:t>(project scope OR User scope)</a:t>
            </a:r>
          </a:p>
          <a:p>
            <a:pPr marL="342900" indent="-342900">
              <a:buAutoNum type="arabicPeriod"/>
            </a:pPr>
            <a:r>
              <a:rPr lang="en-US" altLang="ko-KR" sz="1400" dirty="0"/>
              <a:t>Claude</a:t>
            </a:r>
            <a:r>
              <a:rPr lang="ko-KR" altLang="en-US" sz="1400" dirty="0"/>
              <a:t>가 생성 </a:t>
            </a:r>
            <a:r>
              <a:rPr lang="en-US" altLang="ko-KR" sz="1400" dirty="0"/>
              <a:t>(</a:t>
            </a:r>
            <a:r>
              <a:rPr lang="ko-KR" altLang="en-US" sz="1400" dirty="0"/>
              <a:t>권장</a:t>
            </a:r>
            <a:r>
              <a:rPr lang="en-US" altLang="ko-KR" sz="1400" dirty="0"/>
              <a:t>) / </a:t>
            </a:r>
            <a:r>
              <a:rPr lang="ko-KR" altLang="en-US" sz="1400" dirty="0"/>
              <a:t>사용자 지정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비권장</a:t>
            </a:r>
            <a:r>
              <a:rPr lang="en-US" altLang="ko-KR" sz="1400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sz="1400" dirty="0" err="1"/>
              <a:t>서브에이전트</a:t>
            </a:r>
            <a:r>
              <a:rPr lang="ko-KR" altLang="en-US" sz="1400" dirty="0"/>
              <a:t> 역할 명시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endParaRPr lang="ko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5BE5AA9-308F-B505-8170-47C9D19FF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84" y="3456890"/>
            <a:ext cx="5133344" cy="13802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1A3E60E-C085-A4CD-ED26-7697624C7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84" y="4976827"/>
            <a:ext cx="3286584" cy="104789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184304D-496F-BF79-A57F-CCC122D0D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6267" y="4976827"/>
            <a:ext cx="2914789" cy="101276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E969B85-4420-DB5B-4CA2-87B62BF711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5549" y="3645808"/>
            <a:ext cx="6676451" cy="119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70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DEC22-328F-6382-F5D1-D01B77E69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E18093-AC7C-DD89-065A-0EC7EBC43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서브에이전트</a:t>
            </a:r>
            <a:r>
              <a:rPr lang="ko-KR" altLang="en-US" dirty="0"/>
              <a:t> 추가 방법</a:t>
            </a:r>
            <a:r>
              <a:rPr lang="en-US" altLang="ko-KR" dirty="0"/>
              <a:t>-2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FB0CE-7178-6538-8FE0-D5810241AC54}"/>
              </a:ext>
            </a:extLst>
          </p:cNvPr>
          <p:cNvSpPr txBox="1"/>
          <p:nvPr/>
        </p:nvSpPr>
        <p:spPr>
          <a:xfrm>
            <a:off x="4430598" y="1878762"/>
            <a:ext cx="63725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6"/>
            </a:pPr>
            <a:r>
              <a:rPr lang="ko-KR" altLang="en-US" sz="1400" dirty="0"/>
              <a:t>에이전트가 사용할 수 있는 툴 지정</a:t>
            </a:r>
            <a:r>
              <a:rPr lang="en-US" altLang="ko-KR" sz="1400" dirty="0"/>
              <a:t>. </a:t>
            </a:r>
            <a:r>
              <a:rPr lang="en-US" altLang="ko-KR" sz="1400" dirty="0">
                <a:sym typeface="Wingdings" panose="05000000000000000000" pitchFamily="2" charset="2"/>
              </a:rPr>
              <a:t> All Tools </a:t>
            </a:r>
            <a:r>
              <a:rPr lang="ko-KR" altLang="en-US" sz="1400" dirty="0">
                <a:sym typeface="Wingdings" panose="05000000000000000000" pitchFamily="2" charset="2"/>
              </a:rPr>
              <a:t>선택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buAutoNum type="arabicPeriod" startAt="6"/>
            </a:pPr>
            <a:r>
              <a:rPr lang="ko-KR" altLang="en-US" sz="1400" dirty="0" err="1">
                <a:sym typeface="Wingdings" panose="05000000000000000000" pitchFamily="2" charset="2"/>
              </a:rPr>
              <a:t>서브에이전트의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AI </a:t>
            </a:r>
            <a:r>
              <a:rPr lang="ko-KR" altLang="en-US" sz="1400" dirty="0">
                <a:sym typeface="Wingdings" panose="05000000000000000000" pitchFamily="2" charset="2"/>
              </a:rPr>
              <a:t>모델 선택 </a:t>
            </a:r>
            <a:r>
              <a:rPr lang="en-US" altLang="ko-KR" sz="1400" dirty="0">
                <a:sym typeface="Wingdings" panose="05000000000000000000" pitchFamily="2" charset="2"/>
              </a:rPr>
              <a:t> sonnet</a:t>
            </a:r>
          </a:p>
          <a:p>
            <a:pPr marL="342900" indent="-342900">
              <a:buAutoNum type="arabicPeriod" startAt="6"/>
            </a:pPr>
            <a:r>
              <a:rPr lang="en-US" altLang="ko-KR" sz="1400" dirty="0">
                <a:sym typeface="Wingdings" panose="05000000000000000000" pitchFamily="2" charset="2"/>
              </a:rPr>
              <a:t>Back Ground</a:t>
            </a:r>
            <a:r>
              <a:rPr lang="ko-KR" altLang="en-US" sz="1400" dirty="0">
                <a:sym typeface="Wingdings" panose="05000000000000000000" pitchFamily="2" charset="2"/>
              </a:rPr>
              <a:t>에서 동작 시 어떤 에이전트에서 </a:t>
            </a:r>
            <a:r>
              <a:rPr lang="ko-KR" altLang="en-US" sz="1400" dirty="0" err="1">
                <a:sym typeface="Wingdings" panose="05000000000000000000" pitchFamily="2" charset="2"/>
              </a:rPr>
              <a:t>수행중인지</a:t>
            </a:r>
            <a:r>
              <a:rPr lang="ko-KR" altLang="en-US" sz="1400" dirty="0">
                <a:sym typeface="Wingdings" panose="05000000000000000000" pitchFamily="2" charset="2"/>
              </a:rPr>
              <a:t> 알 수 있도록</a:t>
            </a:r>
            <a:br>
              <a:rPr lang="en-US" altLang="ko-KR" sz="1400" dirty="0">
                <a:sym typeface="Wingdings" panose="05000000000000000000" pitchFamily="2" charset="2"/>
              </a:rPr>
            </a:br>
            <a:r>
              <a:rPr lang="ko-KR" altLang="en-US" sz="1400" dirty="0">
                <a:sym typeface="Wingdings" panose="05000000000000000000" pitchFamily="2" charset="2"/>
              </a:rPr>
              <a:t>컬러 선택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buAutoNum type="arabicPeriod" startAt="6"/>
            </a:pPr>
            <a:endParaRPr lang="en-US" altLang="ko-KR" sz="1400" dirty="0">
              <a:sym typeface="Wingdings" panose="05000000000000000000" pitchFamily="2" charset="2"/>
            </a:endParaRPr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endParaRPr lang="ko-KR" alt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B12D58-C9F6-FB20-B0FB-18E328D4B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20" y="1878762"/>
            <a:ext cx="4204995" cy="245645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7B6D3BC-CA90-AE10-5395-1DF722659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" y="4476617"/>
            <a:ext cx="5553850" cy="181952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17BF706-6FCF-846D-E276-69BEF670E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360" y="4152569"/>
            <a:ext cx="2488204" cy="214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40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269A-CBA9-16D0-78B6-38EA3E3B9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86C20E-08BC-7F4C-343C-771A3E98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서브에이전트</a:t>
            </a:r>
            <a:r>
              <a:rPr lang="ko-KR" altLang="en-US" dirty="0"/>
              <a:t> 추가 방법</a:t>
            </a:r>
            <a:r>
              <a:rPr lang="en-US" altLang="ko-KR" dirty="0"/>
              <a:t>-3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23BD2-4A49-1A04-F359-9D838D3FC057}"/>
              </a:ext>
            </a:extLst>
          </p:cNvPr>
          <p:cNvSpPr txBox="1"/>
          <p:nvPr/>
        </p:nvSpPr>
        <p:spPr>
          <a:xfrm>
            <a:off x="6917866" y="1878762"/>
            <a:ext cx="44414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9"/>
            </a:pPr>
            <a:r>
              <a:rPr lang="ko-KR" altLang="en-US" sz="1400" dirty="0" err="1">
                <a:sym typeface="Wingdings" panose="05000000000000000000" pitchFamily="2" charset="2"/>
              </a:rPr>
              <a:t>서브에이전트의</a:t>
            </a:r>
            <a:r>
              <a:rPr lang="ko-KR" altLang="en-US" sz="1400" dirty="0">
                <a:sym typeface="Wingdings" panose="05000000000000000000" pitchFamily="2" charset="2"/>
              </a:rPr>
              <a:t> 메모리 폴더 지정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buAutoNum type="arabicPeriod" startAt="9"/>
            </a:pPr>
            <a:endParaRPr lang="en-US" altLang="ko-KR" sz="1400" dirty="0">
              <a:sym typeface="Wingdings" panose="05000000000000000000" pitchFamily="2" charset="2"/>
            </a:endParaRP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en-US" altLang="ko-KR" sz="1400" dirty="0">
                <a:sym typeface="Wingdings" panose="05000000000000000000" pitchFamily="2" charset="2"/>
              </a:rPr>
              <a:t> </a:t>
            </a:r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endParaRPr lang="ko-KR" altLang="en-US" sz="1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134BAE6-DCEF-B716-19F0-401C75986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8762"/>
            <a:ext cx="5820587" cy="15908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02895F4-1A34-A75B-A66D-C40DDD8CE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611061"/>
            <a:ext cx="2572109" cy="174331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E7B4D88-D443-E65F-57E4-C0B5D16EB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861" y="3620603"/>
            <a:ext cx="4279057" cy="31030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3BC04F-EF01-994F-7D26-C7248AA1F9BF}"/>
              </a:ext>
            </a:extLst>
          </p:cNvPr>
          <p:cNvSpPr txBox="1"/>
          <p:nvPr/>
        </p:nvSpPr>
        <p:spPr>
          <a:xfrm>
            <a:off x="8059918" y="3620603"/>
            <a:ext cx="3921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Clude</a:t>
            </a:r>
            <a:r>
              <a:rPr lang="ko-KR" altLang="en-US" sz="1200" dirty="0"/>
              <a:t>가 프로젝트의 </a:t>
            </a:r>
            <a:r>
              <a:rPr lang="ko-KR" altLang="en-US" sz="1200" dirty="0" err="1"/>
              <a:t>기술스택을</a:t>
            </a:r>
            <a:r>
              <a:rPr lang="ko-KR" altLang="en-US" sz="1200" dirty="0"/>
              <a:t> 보고 서브 에이전트에 부여한 코드 리뷰 역할에 맞는 기능을 </a:t>
            </a:r>
            <a:r>
              <a:rPr lang="en-US" altLang="ko-KR" sz="1200" dirty="0"/>
              <a:t>md</a:t>
            </a:r>
            <a:r>
              <a:rPr lang="ko-KR" altLang="en-US" sz="1200" dirty="0"/>
              <a:t>파일로 정의 </a:t>
            </a:r>
            <a:r>
              <a:rPr lang="ko-KR" altLang="en-US" sz="1200" dirty="0" err="1"/>
              <a:t>해놓은</a:t>
            </a:r>
            <a:r>
              <a:rPr lang="ko-KR" altLang="en-US" sz="1200" dirty="0"/>
              <a:t> 것을 확인할 수 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451923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180A6-6B6E-DE06-ABA5-2D47805EA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서브에이전트</a:t>
            </a:r>
            <a:r>
              <a:rPr lang="ko-KR" altLang="en-US" dirty="0"/>
              <a:t> 효과적으로 사용하기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AB4D602-5CE9-4033-B5D7-46D5A1FDD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58" t="21718" r="29020" b="21787"/>
          <a:stretch>
            <a:fillRect/>
          </a:stretch>
        </p:blipFill>
        <p:spPr>
          <a:xfrm>
            <a:off x="1097280" y="1866507"/>
            <a:ext cx="5269584" cy="38744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D5311A-0E01-226D-3AB7-3E6DC0B7CEC9}"/>
              </a:ext>
            </a:extLst>
          </p:cNvPr>
          <p:cNvSpPr txBox="1"/>
          <p:nvPr/>
        </p:nvSpPr>
        <p:spPr>
          <a:xfrm>
            <a:off x="6485641" y="1866507"/>
            <a:ext cx="536385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 err="1"/>
              <a:t>서브에이전트의</a:t>
            </a:r>
            <a:r>
              <a:rPr lang="ko-KR" altLang="en-US" sz="1100" dirty="0"/>
              <a:t> 동작</a:t>
            </a:r>
            <a:endParaRPr lang="en-US" altLang="ko-KR" sz="1100" dirty="0"/>
          </a:p>
          <a:p>
            <a:pPr marL="228600" indent="-228600">
              <a:buAutoNum type="arabicPeriod"/>
            </a:pPr>
            <a:r>
              <a:rPr lang="ko-KR" altLang="en-US" sz="1100" dirty="0"/>
              <a:t>사용자의 요청을 분석하여 </a:t>
            </a:r>
            <a:r>
              <a:rPr lang="ko-KR" altLang="en-US" sz="1100" dirty="0" err="1"/>
              <a:t>서브에이전트의</a:t>
            </a:r>
            <a:r>
              <a:rPr lang="ko-KR" altLang="en-US" sz="1100" dirty="0"/>
              <a:t> 역할에 알맞은 작업이라면 </a:t>
            </a:r>
            <a:br>
              <a:rPr lang="en-US" altLang="ko-KR" sz="1100" dirty="0"/>
            </a:br>
            <a:r>
              <a:rPr lang="ko-KR" altLang="en-US" sz="1100" dirty="0"/>
              <a:t>해당 작업을 </a:t>
            </a:r>
            <a:r>
              <a:rPr lang="ko-KR" altLang="en-US" sz="1100" dirty="0" err="1"/>
              <a:t>서브에이전트한테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맞긴다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ko-KR" altLang="en-US" sz="1100" dirty="0" err="1"/>
              <a:t>서브에이전트</a:t>
            </a:r>
            <a:r>
              <a:rPr lang="ko-KR" altLang="en-US" sz="1100" dirty="0"/>
              <a:t> 사용을 권장하도록 하기 </a:t>
            </a:r>
            <a:endParaRPr lang="en-US" altLang="ko-KR" sz="1100" dirty="0"/>
          </a:p>
          <a:p>
            <a:r>
              <a:rPr lang="en-US" altLang="ko-KR" sz="1100" dirty="0"/>
              <a:t>1. </a:t>
            </a:r>
            <a:r>
              <a:rPr lang="ko-KR" altLang="en-US" sz="1100" dirty="0" err="1"/>
              <a:t>서브에이전트의</a:t>
            </a:r>
            <a:r>
              <a:rPr lang="ko-KR" altLang="en-US" sz="1100" dirty="0"/>
              <a:t> 역할이 설정된 </a:t>
            </a:r>
            <a:r>
              <a:rPr lang="en-US" altLang="ko-KR" sz="1100" dirty="0"/>
              <a:t>.md </a:t>
            </a:r>
            <a:r>
              <a:rPr lang="ko-KR" altLang="en-US" sz="1100" dirty="0"/>
              <a:t>파일에 </a:t>
            </a:r>
            <a:br>
              <a:rPr lang="en-US" altLang="ko-KR" sz="1100" dirty="0"/>
            </a:br>
            <a:r>
              <a:rPr lang="en-US" altLang="ko-KR" sz="1100" dirty="0"/>
              <a:t>     use PROACTIVELY </a:t>
            </a:r>
            <a:r>
              <a:rPr lang="ko-KR" altLang="en-US" sz="1100" dirty="0"/>
              <a:t>또는 </a:t>
            </a:r>
            <a:r>
              <a:rPr lang="en-US" altLang="ko-KR" sz="1100" dirty="0"/>
              <a:t>MUST BE USED </a:t>
            </a:r>
            <a:r>
              <a:rPr lang="ko-KR" altLang="en-US" sz="1100" dirty="0"/>
              <a:t>와 같은 문구를 사용하면 </a:t>
            </a:r>
            <a:r>
              <a:rPr lang="en-US" altLang="ko-KR" sz="1100" dirty="0"/>
              <a:t>CLAUDE</a:t>
            </a:r>
            <a:r>
              <a:rPr lang="ko-KR" altLang="en-US" sz="1100" dirty="0"/>
              <a:t>가 </a:t>
            </a:r>
            <a:endParaRPr lang="en-US" altLang="ko-KR" sz="1100" dirty="0"/>
          </a:p>
          <a:p>
            <a:r>
              <a:rPr lang="ko-KR" altLang="en-US" sz="1100" dirty="0"/>
              <a:t>     </a:t>
            </a:r>
            <a:r>
              <a:rPr lang="ko-KR" altLang="en-US" sz="1100" dirty="0" err="1"/>
              <a:t>서브에이전트의</a:t>
            </a:r>
            <a:r>
              <a:rPr lang="ko-KR" altLang="en-US" sz="1100" dirty="0"/>
              <a:t> 사용을 능동적으로 수행하려고 한다</a:t>
            </a:r>
            <a:r>
              <a:rPr lang="en-US" altLang="ko-KR" sz="1100" dirty="0"/>
              <a:t>.</a:t>
            </a:r>
          </a:p>
          <a:p>
            <a:br>
              <a:rPr lang="en-US" altLang="ko-KR" sz="1100" dirty="0"/>
            </a:br>
            <a:r>
              <a:rPr lang="en-US" altLang="ko-KR" sz="1100" dirty="0"/>
              <a:t>2. </a:t>
            </a:r>
            <a:r>
              <a:rPr lang="ko-KR" altLang="en-US" sz="1100" dirty="0"/>
              <a:t>명시적으로 </a:t>
            </a:r>
            <a:r>
              <a:rPr lang="ko-KR" altLang="en-US" sz="1100" dirty="0" err="1"/>
              <a:t>서브에이전트를</a:t>
            </a:r>
            <a:r>
              <a:rPr lang="ko-KR" altLang="en-US" sz="1100" dirty="0"/>
              <a:t> 호출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D910E81-2511-132C-63BC-15C7BCEC18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196" t="25333" r="24768" b="52028"/>
          <a:stretch>
            <a:fillRect/>
          </a:stretch>
        </p:blipFill>
        <p:spPr>
          <a:xfrm>
            <a:off x="6579908" y="3651611"/>
            <a:ext cx="5269585" cy="12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56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C266F-2A14-FBB9-00C8-8599D9AE5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서브에이전트의</a:t>
            </a:r>
            <a:r>
              <a:rPr lang="ko-KR" altLang="en-US" dirty="0"/>
              <a:t> </a:t>
            </a:r>
            <a:r>
              <a:rPr lang="ko-KR" altLang="en-US" dirty="0" err="1"/>
              <a:t>주요이점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040499-A75F-0772-84ED-A2B1F59C09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226" t="25333" r="30800" b="32921"/>
          <a:stretch>
            <a:fillRect/>
          </a:stretch>
        </p:blipFill>
        <p:spPr>
          <a:xfrm>
            <a:off x="499622" y="1865565"/>
            <a:ext cx="4873658" cy="28629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5A70B5-7EE0-C882-C8AE-171DB2CC8D9D}"/>
              </a:ext>
            </a:extLst>
          </p:cNvPr>
          <p:cNvSpPr txBox="1"/>
          <p:nvPr/>
        </p:nvSpPr>
        <p:spPr>
          <a:xfrm>
            <a:off x="5486400" y="1875934"/>
            <a:ext cx="630653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컨텍스트 보존 </a:t>
            </a:r>
            <a:r>
              <a:rPr lang="en-US" altLang="ko-KR" sz="1100" dirty="0"/>
              <a:t>: </a:t>
            </a:r>
            <a:r>
              <a:rPr lang="ko-KR" altLang="en-US" sz="1100" dirty="0"/>
              <a:t>메인 컨텍스트에서 모든 복잡한 작업을 한번에 처리할 수 </a:t>
            </a:r>
            <a:br>
              <a:rPr lang="en-US" altLang="ko-KR" sz="1100" dirty="0"/>
            </a:br>
            <a:r>
              <a:rPr lang="en-US" altLang="ko-KR" sz="1100" dirty="0"/>
              <a:t>                               </a:t>
            </a:r>
            <a:r>
              <a:rPr lang="ko-KR" altLang="en-US" sz="1100" dirty="0"/>
              <a:t>있으나</a:t>
            </a:r>
            <a:r>
              <a:rPr lang="en-US" altLang="ko-KR" sz="1100" dirty="0"/>
              <a:t>. </a:t>
            </a:r>
            <a:r>
              <a:rPr lang="ko-KR" altLang="en-US" sz="1100" dirty="0" err="1"/>
              <a:t>수행해야하는</a:t>
            </a:r>
            <a:r>
              <a:rPr lang="ko-KR" altLang="en-US" sz="1100" dirty="0"/>
              <a:t> 작업들이 컨텍스트에 쌓이면서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en-US" altLang="ko-KR" sz="1100" dirty="0"/>
              <a:t>                               </a:t>
            </a:r>
            <a:r>
              <a:rPr lang="ko-KR" altLang="en-US" sz="1100" dirty="0"/>
              <a:t>대화와 컨텍스트 공간이 오염되고 이로 인해 생성된 코드의 품질 저하가 발생한다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en-US" altLang="ko-KR" sz="1100" dirty="0"/>
              <a:t>                               </a:t>
            </a:r>
            <a:r>
              <a:rPr lang="ko-KR" altLang="en-US" sz="1100" dirty="0"/>
              <a:t>서브 에이전트는 각 에이전트 만에 컨텍스트를 가지며</a:t>
            </a:r>
            <a:r>
              <a:rPr lang="en-US" altLang="ko-KR" sz="1100" dirty="0"/>
              <a:t>, </a:t>
            </a:r>
            <a:r>
              <a:rPr lang="ko-KR" altLang="en-US" sz="1100" dirty="0"/>
              <a:t>작업한 결과를 메인 컨텍스트</a:t>
            </a:r>
            <a:br>
              <a:rPr lang="en-US" altLang="ko-KR" sz="1100" dirty="0"/>
            </a:br>
            <a:r>
              <a:rPr lang="en-US" altLang="ko-KR" sz="1100" dirty="0"/>
              <a:t>                              </a:t>
            </a:r>
            <a:r>
              <a:rPr lang="ko-KR" altLang="en-US" sz="1100" dirty="0"/>
              <a:t> 에 반환함으로써</a:t>
            </a:r>
            <a:r>
              <a:rPr lang="en-US" altLang="ko-KR" sz="1100" dirty="0"/>
              <a:t>, </a:t>
            </a:r>
            <a:r>
              <a:rPr lang="ko-KR" altLang="en-US" sz="1100" dirty="0"/>
              <a:t>메인 컨텍스트의 오염을 방지 및 코드 품질을 향상시킬 수 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전문 지식 </a:t>
            </a:r>
            <a:r>
              <a:rPr lang="en-US" altLang="ko-KR" sz="1100" dirty="0"/>
              <a:t>: </a:t>
            </a:r>
            <a:r>
              <a:rPr lang="ko-KR" altLang="en-US" sz="1100" dirty="0"/>
              <a:t>각 에이전트는 자신만의 전문화 된 역할 및 컨텍스트를 유지함으로써</a:t>
            </a:r>
            <a:r>
              <a:rPr lang="en-US" altLang="ko-KR" sz="1100" dirty="0"/>
              <a:t>, </a:t>
            </a:r>
            <a:r>
              <a:rPr lang="ko-KR" altLang="en-US" sz="1100" dirty="0"/>
              <a:t>전문적인 정보를</a:t>
            </a:r>
            <a:br>
              <a:rPr lang="en-US" altLang="ko-KR" sz="1100" dirty="0"/>
            </a:br>
            <a:r>
              <a:rPr lang="en-US" altLang="ko-KR" sz="1100" dirty="0"/>
              <a:t>                      </a:t>
            </a:r>
            <a:r>
              <a:rPr lang="ko-KR" altLang="en-US" sz="1100" dirty="0"/>
              <a:t>탐색</a:t>
            </a:r>
            <a:r>
              <a:rPr lang="en-US" altLang="ko-KR" sz="1100" dirty="0"/>
              <a:t>, </a:t>
            </a:r>
            <a:r>
              <a:rPr lang="ko-KR" altLang="en-US" sz="1100" dirty="0"/>
              <a:t>계획</a:t>
            </a:r>
            <a:r>
              <a:rPr lang="en-US" altLang="ko-KR" sz="1100" dirty="0"/>
              <a:t>, </a:t>
            </a:r>
            <a:r>
              <a:rPr lang="ko-KR" altLang="en-US" sz="1100" dirty="0"/>
              <a:t>코딩을</a:t>
            </a:r>
            <a:r>
              <a:rPr lang="en-US" altLang="ko-KR" sz="1100" dirty="0"/>
              <a:t> </a:t>
            </a:r>
            <a:r>
              <a:rPr lang="ko-KR" altLang="en-US" sz="1100" dirty="0"/>
              <a:t>수행한다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ko-KR" altLang="en-US" sz="1100" dirty="0"/>
              <a:t>재사용성 </a:t>
            </a:r>
            <a:r>
              <a:rPr lang="en-US" altLang="ko-KR" sz="1100" dirty="0"/>
              <a:t>: </a:t>
            </a:r>
            <a:r>
              <a:rPr lang="ko-KR" altLang="en-US" sz="1100" dirty="0"/>
              <a:t>생성한 에이전트를 </a:t>
            </a:r>
            <a:r>
              <a:rPr lang="en-US" altLang="ko-KR" sz="1100" dirty="0"/>
              <a:t>git</a:t>
            </a:r>
            <a:r>
              <a:rPr lang="ko-KR" altLang="en-US" sz="1100" dirty="0"/>
              <a:t>으로 공유하여 팀원들이 일관된 코드 리뷰 결과를 공유할 수 있도록</a:t>
            </a:r>
            <a:br>
              <a:rPr lang="en-US" altLang="ko-KR" sz="1100" dirty="0"/>
            </a:br>
            <a:r>
              <a:rPr lang="en-US" altLang="ko-KR" sz="1100" dirty="0"/>
              <a:t>                      </a:t>
            </a:r>
            <a:r>
              <a:rPr lang="ko-KR" altLang="en-US" sz="1100" dirty="0"/>
              <a:t>재 사용할 수 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유연한 권한 </a:t>
            </a:r>
            <a:r>
              <a:rPr lang="en-US" altLang="ko-KR" sz="1100" dirty="0"/>
              <a:t>: </a:t>
            </a:r>
            <a:r>
              <a:rPr lang="ko-KR" altLang="en-US" sz="1100" dirty="0"/>
              <a:t>코드 리뷰 에이전트와 같은 </a:t>
            </a:r>
            <a:r>
              <a:rPr lang="ko-KR" altLang="en-US" sz="1100" dirty="0" err="1"/>
              <a:t>서브에이전트는</a:t>
            </a:r>
            <a:r>
              <a:rPr lang="ko-KR" altLang="en-US" sz="1100" dirty="0"/>
              <a:t> 리뷰만을 담당함으로 그 역할에 집중할 수 </a:t>
            </a:r>
            <a:br>
              <a:rPr lang="en-US" altLang="ko-KR" sz="1100" dirty="0"/>
            </a:br>
            <a:r>
              <a:rPr lang="en-US" altLang="ko-KR" sz="1100" dirty="0"/>
              <a:t>                          </a:t>
            </a:r>
            <a:r>
              <a:rPr lang="ko-KR" altLang="en-US" sz="1100" dirty="0"/>
              <a:t>있도록 </a:t>
            </a:r>
            <a:r>
              <a:rPr lang="en-US" altLang="ko-KR" sz="1100" dirty="0"/>
              <a:t>READ </a:t>
            </a:r>
            <a:r>
              <a:rPr lang="ko-KR" altLang="en-US" sz="1100" dirty="0"/>
              <a:t>권한만 허용할 수 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en-US" altLang="ko-KR" sz="1100" dirty="0"/>
              <a:t>                          </a:t>
            </a:r>
            <a:r>
              <a:rPr lang="ko-KR" altLang="en-US" sz="1100" dirty="0"/>
              <a:t>이러한 서브 에이전트의 권한 지정은 특정 에이전트의 권한 범위의 파일을 </a:t>
            </a:r>
            <a:br>
              <a:rPr lang="en-US" altLang="ko-KR" sz="1100" dirty="0"/>
            </a:br>
            <a:r>
              <a:rPr lang="en-US" altLang="ko-KR" sz="1100" dirty="0"/>
              <a:t>                          </a:t>
            </a:r>
            <a:r>
              <a:rPr lang="ko-KR" altLang="en-US" sz="1100" dirty="0"/>
              <a:t>임의대로 수정하는 불상사를 방지하는데 도움을 준다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487493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BD5DD-1DBA-87C5-FF1F-B9C8096E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서브 에이전트 </a:t>
            </a:r>
            <a:r>
              <a:rPr lang="ko-KR" altLang="en-US" dirty="0" err="1"/>
              <a:t>체이닝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E76A5EF-5377-C6CB-C476-ADE566191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50" t="21168" r="29638" b="56151"/>
          <a:stretch>
            <a:fillRect/>
          </a:stretch>
        </p:blipFill>
        <p:spPr>
          <a:xfrm>
            <a:off x="1101992" y="1873577"/>
            <a:ext cx="5024488" cy="15554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734ECB-47E2-3D48-FACF-4DEA83512FC8}"/>
              </a:ext>
            </a:extLst>
          </p:cNvPr>
          <p:cNvSpPr txBox="1"/>
          <p:nvPr/>
        </p:nvSpPr>
        <p:spPr>
          <a:xfrm>
            <a:off x="6212264" y="1873577"/>
            <a:ext cx="538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복잡한 작업을 </a:t>
            </a:r>
            <a:r>
              <a:rPr lang="ko-KR" altLang="en-US" sz="1200" dirty="0" err="1"/>
              <a:t>처리해야할</a:t>
            </a:r>
            <a:r>
              <a:rPr lang="ko-KR" altLang="en-US" sz="1200" dirty="0"/>
              <a:t> 경우 여러 </a:t>
            </a:r>
            <a:r>
              <a:rPr lang="ko-KR" altLang="en-US" sz="1200" dirty="0" err="1"/>
              <a:t>서브에이전트들을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체이닝하여</a:t>
            </a:r>
            <a:br>
              <a:rPr lang="en-US" altLang="ko-KR" sz="1200" dirty="0"/>
            </a:br>
            <a:r>
              <a:rPr lang="ko-KR" altLang="en-US" sz="1200" dirty="0"/>
              <a:t>순차적으로 작업을 </a:t>
            </a:r>
            <a:r>
              <a:rPr lang="ko-KR" altLang="en-US" sz="1200" dirty="0" err="1"/>
              <a:t>처리하겠금</a:t>
            </a:r>
            <a:r>
              <a:rPr lang="ko-KR" altLang="en-US" sz="1200" dirty="0"/>
              <a:t> 할 수 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77673599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</TotalTime>
  <Words>349</Words>
  <Application>Microsoft Office PowerPoint</Application>
  <PresentationFormat>와이드스크린</PresentationFormat>
  <Paragraphs>37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Wingdings</vt:lpstr>
      <vt:lpstr>추억</vt:lpstr>
      <vt:lpstr>서브 에이전트</vt:lpstr>
      <vt:lpstr>서브에이전트 추가 방법-1</vt:lpstr>
      <vt:lpstr>서브에이전트 추가 방법-2</vt:lpstr>
      <vt:lpstr>서브에이전트 추가 방법-3</vt:lpstr>
      <vt:lpstr>서브에이전트 효과적으로 사용하기</vt:lpstr>
      <vt:lpstr>서브에이전트의 주요이점.</vt:lpstr>
      <vt:lpstr>서브 에이전트 체이닝.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10</cp:revision>
  <dcterms:created xsi:type="dcterms:W3CDTF">2026-06-29T13:25:39Z</dcterms:created>
  <dcterms:modified xsi:type="dcterms:W3CDTF">2026-06-29T14:07:29Z</dcterms:modified>
</cp:coreProperties>
</file>