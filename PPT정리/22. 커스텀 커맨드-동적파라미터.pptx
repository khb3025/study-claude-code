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6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0" y="6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75CC7-70CE-465B-87F4-70C6DD926BA9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B931A-A471-43CF-9737-5972A6CA5BA7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7637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75CC7-70CE-465B-87F4-70C6DD926BA9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B931A-A471-43CF-9737-5972A6CA5B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6350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75CC7-70CE-465B-87F4-70C6DD926BA9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B931A-A471-43CF-9737-5972A6CA5BA7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3130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75CC7-70CE-465B-87F4-70C6DD926BA9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B931A-A471-43CF-9737-5972A6CA5B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5915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75CC7-70CE-465B-87F4-70C6DD926BA9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B931A-A471-43CF-9737-5972A6CA5B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049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75CC7-70CE-465B-87F4-70C6DD926BA9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B931A-A471-43CF-9737-5972A6CA5B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1064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75CC7-70CE-465B-87F4-70C6DD926BA9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B931A-A471-43CF-9737-5972A6CA5B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2650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D275CC7-70CE-465B-87F4-70C6DD926BA9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BBB931A-A471-43CF-9737-5972A6CA5B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120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75CC7-70CE-465B-87F4-70C6DD926BA9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B931A-A471-43CF-9737-5972A6CA5B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9555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75CC7-70CE-465B-87F4-70C6DD926BA9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B931A-A471-43CF-9737-5972A6CA5B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644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75CC7-70CE-465B-87F4-70C6DD926BA9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B931A-A471-43CF-9737-5972A6CA5B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0842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D275CC7-70CE-465B-87F4-70C6DD926BA9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BBB931A-A471-43CF-9737-5972A6CA5BA7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1901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30DDE3-2725-6938-656C-869CF59C12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5400" dirty="0"/>
              <a:t>커스텀 커맨드</a:t>
            </a:r>
            <a:r>
              <a:rPr lang="en-US" altLang="ko-KR" sz="5400" dirty="0"/>
              <a:t>:</a:t>
            </a:r>
            <a:r>
              <a:rPr lang="ko-KR" altLang="en-US" sz="5400" dirty="0"/>
              <a:t>동적 파라미터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313C3DE-3962-A4E3-F3B9-E8CD557C50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9128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75128D-294C-E2A7-392D-E97A66A32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커스텀 커맨드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30E677E-48DF-A1D0-1A74-E5954B299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94788"/>
            <a:ext cx="3524742" cy="10669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39DF231-9E94-4992-C3D7-1FBBD45F3C29}"/>
              </a:ext>
            </a:extLst>
          </p:cNvPr>
          <p:cNvSpPr txBox="1"/>
          <p:nvPr/>
        </p:nvSpPr>
        <p:spPr>
          <a:xfrm>
            <a:off x="4713402" y="1894788"/>
            <a:ext cx="64422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en-US" altLang="ko-KR" sz="1200" dirty="0"/>
              <a:t>$ARGUMENTS </a:t>
            </a:r>
            <a:r>
              <a:rPr lang="en-US" altLang="ko-KR" sz="1200" dirty="0">
                <a:sym typeface="Wingdings" panose="05000000000000000000" pitchFamily="2" charset="2"/>
              </a:rPr>
              <a:t> /</a:t>
            </a:r>
            <a:r>
              <a:rPr lang="en-US" altLang="ko-KR" sz="1200" dirty="0" err="1">
                <a:sym typeface="Wingdings" panose="05000000000000000000" pitchFamily="2" charset="2"/>
              </a:rPr>
              <a:t>git:commit</a:t>
            </a:r>
            <a:r>
              <a:rPr lang="en-US" altLang="ko-KR" sz="1200" dirty="0">
                <a:sym typeface="Wingdings" panose="05000000000000000000" pitchFamily="2" charset="2"/>
              </a:rPr>
              <a:t> </a:t>
            </a:r>
            <a:r>
              <a:rPr lang="ko-KR" altLang="en-US" sz="1200" dirty="0">
                <a:sym typeface="Wingdings" panose="05000000000000000000" pitchFamily="2" charset="2"/>
              </a:rPr>
              <a:t>불필요한 파일 삭제</a:t>
            </a:r>
            <a:br>
              <a:rPr lang="en-US" altLang="ko-KR" sz="1200" dirty="0">
                <a:sym typeface="Wingdings" panose="05000000000000000000" pitchFamily="2" charset="2"/>
              </a:rPr>
            </a:br>
            <a:br>
              <a:rPr lang="en-US" altLang="ko-KR" sz="1200" dirty="0">
                <a:sym typeface="Wingdings" panose="05000000000000000000" pitchFamily="2" charset="2"/>
              </a:rPr>
            </a:br>
            <a:r>
              <a:rPr lang="ko-KR" altLang="en-US" sz="1200" dirty="0">
                <a:sym typeface="Wingdings" panose="05000000000000000000" pitchFamily="2" charset="2"/>
              </a:rPr>
              <a:t>커맨드 사용 결과 </a:t>
            </a:r>
            <a:r>
              <a:rPr lang="en-US" altLang="ko-KR" sz="1200" dirty="0">
                <a:sym typeface="Wingdings" panose="05000000000000000000" pitchFamily="2" charset="2"/>
              </a:rPr>
              <a:t>: “</a:t>
            </a:r>
            <a:r>
              <a:rPr lang="ko-KR" altLang="en-US" sz="1200" dirty="0">
                <a:sym typeface="Wingdings" panose="05000000000000000000" pitchFamily="2" charset="2"/>
              </a:rPr>
              <a:t>불필요한 파일 삭제</a:t>
            </a:r>
            <a:r>
              <a:rPr lang="en-US" altLang="ko-KR" sz="1200" dirty="0">
                <a:sym typeface="Wingdings" panose="05000000000000000000" pitchFamily="2" charset="2"/>
              </a:rPr>
              <a:t>”</a:t>
            </a:r>
            <a:r>
              <a:rPr lang="ko-KR" altLang="en-US" sz="1200" dirty="0">
                <a:sym typeface="Wingdings" panose="05000000000000000000" pitchFamily="2" charset="2"/>
              </a:rPr>
              <a:t> 라는 </a:t>
            </a:r>
            <a:r>
              <a:rPr lang="ko-KR" altLang="en-US" sz="1200" dirty="0" err="1">
                <a:sym typeface="Wingdings" panose="05000000000000000000" pitchFamily="2" charset="2"/>
              </a:rPr>
              <a:t>커밋</a:t>
            </a:r>
            <a:r>
              <a:rPr lang="ko-KR" altLang="en-US" sz="1200" dirty="0">
                <a:sym typeface="Wingdings" panose="05000000000000000000" pitchFamily="2" charset="2"/>
              </a:rPr>
              <a:t> 메시지로 </a:t>
            </a:r>
            <a:r>
              <a:rPr lang="ko-KR" altLang="en-US" sz="1200" dirty="0" err="1">
                <a:sym typeface="Wingdings" panose="05000000000000000000" pitchFamily="2" charset="2"/>
              </a:rPr>
              <a:t>커밋</a:t>
            </a:r>
            <a:r>
              <a:rPr lang="ko-KR" altLang="en-US" sz="1200" dirty="0">
                <a:sym typeface="Wingdings" panose="05000000000000000000" pitchFamily="2" charset="2"/>
              </a:rPr>
              <a:t> 진행</a:t>
            </a:r>
            <a:br>
              <a:rPr lang="en-US" altLang="ko-KR" sz="1200" dirty="0">
                <a:sym typeface="Wingdings" panose="05000000000000000000" pitchFamily="2" charset="2"/>
              </a:rPr>
            </a:br>
            <a:r>
              <a:rPr lang="en-US" altLang="ko-KR" sz="1200" dirty="0">
                <a:sym typeface="Wingdings" panose="05000000000000000000" pitchFamily="2" charset="2"/>
              </a:rPr>
              <a:t>※ </a:t>
            </a:r>
            <a:r>
              <a:rPr lang="ko-KR" altLang="en-US" sz="1200" dirty="0">
                <a:sym typeface="Wingdings" panose="05000000000000000000" pitchFamily="2" charset="2"/>
              </a:rPr>
              <a:t>띄어쓰기의 단어를  인자로 봄</a:t>
            </a:r>
            <a:endParaRPr lang="ko-KR" altLang="en-US" sz="12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CE2B435-54C6-59AC-D2E7-84172680CD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874" t="30791" r="25018" b="13402"/>
          <a:stretch>
            <a:fillRect/>
          </a:stretch>
        </p:blipFill>
        <p:spPr>
          <a:xfrm>
            <a:off x="1097280" y="3119165"/>
            <a:ext cx="4332559" cy="266114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0109B4B-8E00-CF5E-C8A7-E8F0062033BB}"/>
              </a:ext>
            </a:extLst>
          </p:cNvPr>
          <p:cNvSpPr txBox="1"/>
          <p:nvPr/>
        </p:nvSpPr>
        <p:spPr>
          <a:xfrm>
            <a:off x="5582239" y="3119165"/>
            <a:ext cx="644227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2.  $1, $2 </a:t>
            </a:r>
            <a:r>
              <a:rPr lang="en-US" altLang="ko-KR" sz="1200" dirty="0">
                <a:sym typeface="Wingdings" panose="05000000000000000000" pitchFamily="2" charset="2"/>
              </a:rPr>
              <a:t> </a:t>
            </a:r>
            <a:r>
              <a:rPr lang="ko-KR" altLang="en-US" sz="1200" dirty="0">
                <a:sym typeface="Wingdings" panose="05000000000000000000" pitchFamily="2" charset="2"/>
              </a:rPr>
              <a:t>개별 인수 지정</a:t>
            </a:r>
            <a:br>
              <a:rPr lang="en-US" altLang="ko-KR" sz="1200" dirty="0">
                <a:sym typeface="Wingdings" panose="05000000000000000000" pitchFamily="2" charset="2"/>
              </a:rPr>
            </a:br>
            <a:br>
              <a:rPr lang="en-US" altLang="ko-KR" sz="1200" dirty="0">
                <a:sym typeface="Wingdings" panose="05000000000000000000" pitchFamily="2" charset="2"/>
              </a:rPr>
            </a:br>
            <a:r>
              <a:rPr lang="en-US" altLang="ko-KR" sz="1200" dirty="0">
                <a:sym typeface="Wingdings" panose="05000000000000000000" pitchFamily="2" charset="2"/>
              </a:rPr>
              <a:t>3. </a:t>
            </a:r>
            <a:r>
              <a:rPr lang="ko-KR" altLang="en-US" sz="1200" dirty="0">
                <a:sym typeface="Wingdings" panose="05000000000000000000" pitchFamily="2" charset="2"/>
              </a:rPr>
              <a:t>만약 메시지 문장과 개별 인수가 같이 있어야 한다면</a:t>
            </a:r>
            <a:r>
              <a:rPr lang="en-US" altLang="ko-KR" sz="1200" dirty="0">
                <a:sym typeface="Wingdings" panose="05000000000000000000" pitchFamily="2" charset="2"/>
              </a:rPr>
              <a:t>?</a:t>
            </a:r>
            <a:br>
              <a:rPr lang="en-US" altLang="ko-KR" sz="1200" dirty="0">
                <a:sym typeface="Wingdings" panose="05000000000000000000" pitchFamily="2" charset="2"/>
              </a:rPr>
            </a:br>
            <a:r>
              <a:rPr lang="en-US" altLang="ko-KR" sz="1200" dirty="0">
                <a:sym typeface="Wingdings" panose="05000000000000000000" pitchFamily="2" charset="2"/>
              </a:rPr>
              <a:t>    .md</a:t>
            </a:r>
            <a:r>
              <a:rPr lang="ko-KR" altLang="en-US" sz="1200" dirty="0">
                <a:sym typeface="Wingdings" panose="05000000000000000000" pitchFamily="2" charset="2"/>
              </a:rPr>
              <a:t> 파일에 </a:t>
            </a:r>
            <a:r>
              <a:rPr lang="en-US" altLang="ko-KR" sz="1200" dirty="0">
                <a:sym typeface="Wingdings" panose="05000000000000000000" pitchFamily="2" charset="2"/>
              </a:rPr>
              <a:t>arguments</a:t>
            </a:r>
            <a:r>
              <a:rPr lang="ko-KR" altLang="en-US" sz="1200" dirty="0">
                <a:sym typeface="Wingdings" panose="05000000000000000000" pitchFamily="2" charset="2"/>
              </a:rPr>
              <a:t> 와 인수 사이의 파싱을 정의 </a:t>
            </a:r>
            <a:r>
              <a:rPr lang="ko-KR" altLang="en-US" sz="1200" dirty="0" err="1">
                <a:sym typeface="Wingdings" panose="05000000000000000000" pitchFamily="2" charset="2"/>
              </a:rPr>
              <a:t>해주어야한다</a:t>
            </a:r>
            <a:r>
              <a:rPr lang="en-US" altLang="ko-KR" sz="1200" dirty="0">
                <a:sym typeface="Wingdings" panose="05000000000000000000" pitchFamily="2" charset="2"/>
              </a:rPr>
              <a:t>.</a:t>
            </a:r>
            <a:br>
              <a:rPr lang="en-US" altLang="ko-KR" sz="1200" dirty="0">
                <a:sym typeface="Wingdings" panose="05000000000000000000" pitchFamily="2" charset="2"/>
              </a:rPr>
            </a:br>
            <a:endParaRPr lang="ko-KR" altLang="en-US" sz="12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A0F604A-BBF0-ADB1-B3EF-9397C38DD2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2239" y="3939297"/>
            <a:ext cx="4429027" cy="2823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705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24D8B2-BC02-23EA-289B-9ED41E94E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커스텀 커맨드 메타데이터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92552A9-848F-4EBE-ACD2-7C941EA5B7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047" t="25333" r="24072"/>
          <a:stretch>
            <a:fillRect/>
          </a:stretch>
        </p:blipFill>
        <p:spPr>
          <a:xfrm>
            <a:off x="1097280" y="1812774"/>
            <a:ext cx="4666020" cy="37773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74AF00-D249-66BD-A4D1-1E9F9F9AD41A}"/>
              </a:ext>
            </a:extLst>
          </p:cNvPr>
          <p:cNvSpPr txBox="1"/>
          <p:nvPr/>
        </p:nvSpPr>
        <p:spPr>
          <a:xfrm>
            <a:off x="6034114" y="1894788"/>
            <a:ext cx="55891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err="1"/>
              <a:t>프론트메터를</a:t>
            </a:r>
            <a:r>
              <a:rPr lang="ko-KR" altLang="en-US" sz="1400" dirty="0"/>
              <a:t> 통해 커맨드의 메타데이터를 설정할 수 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42D91BF-ED4D-CE21-F224-43F4460530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2291" y="2359993"/>
            <a:ext cx="6980025" cy="392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995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7AD098-759F-0669-6545-0AE0E80D7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강의 추천 커스텀 커맨드</a:t>
            </a:r>
            <a:r>
              <a:rPr lang="en-US" altLang="ko-KR" dirty="0"/>
              <a:t>-1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D31F0B-698A-85F7-A552-16E7D3421BE8}"/>
              </a:ext>
            </a:extLst>
          </p:cNvPr>
          <p:cNvSpPr txBox="1"/>
          <p:nvPr/>
        </p:nvSpPr>
        <p:spPr>
          <a:xfrm>
            <a:off x="1097280" y="1640264"/>
            <a:ext cx="9153427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---</a:t>
            </a:r>
            <a:br>
              <a:rPr lang="en-US" altLang="ko-KR" sz="1200" dirty="0"/>
            </a:br>
            <a:r>
              <a:rPr lang="en-US" altLang="ko-KR" sz="1200" dirty="0"/>
              <a:t>description: '</a:t>
            </a:r>
            <a:r>
              <a:rPr lang="ko-KR" altLang="en-US" sz="1200" dirty="0"/>
              <a:t>이모지와 </a:t>
            </a:r>
            <a:r>
              <a:rPr lang="ko-KR" altLang="en-US" sz="1200" dirty="0" err="1"/>
              <a:t>컨벤셔널</a:t>
            </a:r>
            <a:r>
              <a:rPr lang="ko-KR" altLang="en-US" sz="1200" dirty="0"/>
              <a:t> </a:t>
            </a:r>
            <a:r>
              <a:rPr lang="ko-KR" altLang="en-US" sz="1200" dirty="0" err="1"/>
              <a:t>커밋</a:t>
            </a:r>
            <a:r>
              <a:rPr lang="ko-KR" altLang="en-US" sz="1200" dirty="0"/>
              <a:t> 메시지로 잘 포맷된 </a:t>
            </a:r>
            <a:r>
              <a:rPr lang="ko-KR" altLang="en-US" sz="1200" dirty="0" err="1"/>
              <a:t>커밋을</a:t>
            </a:r>
            <a:r>
              <a:rPr lang="ko-KR" altLang="en-US" sz="1200" dirty="0"/>
              <a:t> 생성합니다</a:t>
            </a:r>
            <a:r>
              <a:rPr lang="en-US" altLang="ko-KR" sz="1200" dirty="0"/>
              <a:t>'</a:t>
            </a:r>
            <a:br>
              <a:rPr lang="en-US" altLang="ko-KR" sz="1200" dirty="0"/>
            </a:br>
            <a:r>
              <a:rPr lang="en-US" altLang="ko-KR" sz="1200" dirty="0"/>
              <a:t>allowed-tools:</a:t>
            </a:r>
            <a:br>
              <a:rPr lang="en-US" altLang="ko-KR" sz="1200" dirty="0"/>
            </a:br>
            <a:r>
              <a:rPr lang="en-US" altLang="ko-KR" sz="1200" dirty="0"/>
              <a:t>  [</a:t>
            </a:r>
            <a:br>
              <a:rPr lang="en-US" altLang="ko-KR" sz="1200" dirty="0"/>
            </a:br>
            <a:r>
              <a:rPr lang="en-US" altLang="ko-KR" sz="1200" dirty="0"/>
              <a:t>    'Bash(git add:*)',</a:t>
            </a:r>
            <a:br>
              <a:rPr lang="en-US" altLang="ko-KR" sz="1200" dirty="0"/>
            </a:br>
            <a:r>
              <a:rPr lang="en-US" altLang="ko-KR" sz="1200" dirty="0"/>
              <a:t>    'Bash(git status:*)',</a:t>
            </a:r>
            <a:br>
              <a:rPr lang="en-US" altLang="ko-KR" sz="1200" dirty="0"/>
            </a:br>
            <a:r>
              <a:rPr lang="en-US" altLang="ko-KR" sz="1200" dirty="0"/>
              <a:t>    'Bash(git commit:*)',</a:t>
            </a:r>
            <a:br>
              <a:rPr lang="en-US" altLang="ko-KR" sz="1200" dirty="0"/>
            </a:br>
            <a:r>
              <a:rPr lang="en-US" altLang="ko-KR" sz="1200" dirty="0"/>
              <a:t>    'Bash(git diff:*)',</a:t>
            </a:r>
            <a:br>
              <a:rPr lang="en-US" altLang="ko-KR" sz="1200" dirty="0"/>
            </a:br>
            <a:r>
              <a:rPr lang="en-US" altLang="ko-KR" sz="1200" dirty="0"/>
              <a:t>    'Bash(git log:*)',</a:t>
            </a:r>
            <a:br>
              <a:rPr lang="en-US" altLang="ko-KR" sz="1200" dirty="0"/>
            </a:br>
            <a:r>
              <a:rPr lang="en-US" altLang="ko-KR" sz="1200" dirty="0"/>
              <a:t>  ]</a:t>
            </a:r>
            <a:br>
              <a:rPr lang="en-US" altLang="ko-KR" sz="1200" dirty="0"/>
            </a:br>
            <a:r>
              <a:rPr lang="en-US" altLang="ko-KR" sz="1200" dirty="0"/>
              <a:t>---</a:t>
            </a:r>
            <a:br>
              <a:rPr lang="en-US" altLang="ko-KR" sz="1200" dirty="0"/>
            </a:br>
            <a:br>
              <a:rPr lang="en-US" altLang="ko-KR" sz="1200" dirty="0"/>
            </a:br>
            <a:r>
              <a:rPr lang="en-US" altLang="ko-KR" sz="1200" dirty="0"/>
              <a:t># Claude </a:t>
            </a:r>
            <a:r>
              <a:rPr lang="ko-KR" altLang="en-US" sz="1200" dirty="0"/>
              <a:t>명령어</a:t>
            </a:r>
            <a:r>
              <a:rPr lang="en-US" altLang="ko-KR" sz="1200" dirty="0"/>
              <a:t>: Commit</a:t>
            </a:r>
            <a:br>
              <a:rPr lang="en-US" altLang="ko-KR" sz="1200" dirty="0"/>
            </a:br>
            <a:br>
              <a:rPr lang="en-US" altLang="ko-KR" sz="1200" dirty="0"/>
            </a:br>
            <a:r>
              <a:rPr lang="ko-KR" altLang="en-US" sz="1200" dirty="0"/>
              <a:t>이모지와 </a:t>
            </a:r>
            <a:r>
              <a:rPr lang="ko-KR" altLang="en-US" sz="1200" dirty="0" err="1"/>
              <a:t>컨벤셔널</a:t>
            </a:r>
            <a:r>
              <a:rPr lang="ko-KR" altLang="en-US" sz="1200" dirty="0"/>
              <a:t> </a:t>
            </a:r>
            <a:r>
              <a:rPr lang="ko-KR" altLang="en-US" sz="1200" dirty="0" err="1"/>
              <a:t>커밋</a:t>
            </a:r>
            <a:r>
              <a:rPr lang="ko-KR" altLang="en-US" sz="1200" dirty="0"/>
              <a:t> 메시지로 잘 포맷된 </a:t>
            </a:r>
            <a:r>
              <a:rPr lang="ko-KR" altLang="en-US" sz="1200" dirty="0" err="1"/>
              <a:t>커밋을</a:t>
            </a:r>
            <a:r>
              <a:rPr lang="ko-KR" altLang="en-US" sz="1200" dirty="0"/>
              <a:t> 생성합니다</a:t>
            </a:r>
            <a:r>
              <a:rPr lang="en-US" altLang="ko-KR" sz="1200" dirty="0"/>
              <a:t>.</a:t>
            </a:r>
            <a:br>
              <a:rPr lang="en-US" altLang="ko-KR" sz="1200" dirty="0"/>
            </a:br>
            <a:br>
              <a:rPr lang="en-US" altLang="ko-KR" sz="1200" dirty="0"/>
            </a:br>
            <a:r>
              <a:rPr lang="en-US" altLang="ko-KR" sz="1200" dirty="0"/>
              <a:t>## </a:t>
            </a:r>
            <a:r>
              <a:rPr lang="ko-KR" altLang="en-US" sz="1200" dirty="0"/>
              <a:t>사용법</a:t>
            </a:r>
            <a:br>
              <a:rPr lang="ko-KR" altLang="en-US" sz="1200" dirty="0"/>
            </a:br>
            <a:br>
              <a:rPr lang="ko-KR" altLang="en-US" sz="1200" dirty="0"/>
            </a:br>
            <a:r>
              <a:rPr lang="en-US" altLang="ko-KR" sz="1200" dirty="0"/>
              <a:t>```</a:t>
            </a:r>
            <a:br>
              <a:rPr lang="en-US" altLang="ko-KR" sz="1200" dirty="0"/>
            </a:br>
            <a:r>
              <a:rPr lang="en-US" altLang="ko-KR" sz="1200" dirty="0"/>
              <a:t>/commit</a:t>
            </a:r>
            <a:br>
              <a:rPr lang="en-US" altLang="ko-KR" sz="1200" dirty="0"/>
            </a:br>
            <a:r>
              <a:rPr lang="en-US" altLang="ko-KR" sz="1200" dirty="0"/>
              <a:t>```</a:t>
            </a:r>
            <a:br>
              <a:rPr lang="en-US" altLang="ko-KR" sz="1200" dirty="0"/>
            </a:br>
            <a:br>
              <a:rPr lang="en-US" altLang="ko-KR" sz="1200" dirty="0"/>
            </a:br>
            <a:r>
              <a:rPr lang="en-US" altLang="ko-KR" sz="1200" dirty="0"/>
              <a:t>## </a:t>
            </a:r>
            <a:r>
              <a:rPr lang="ko-KR" altLang="en-US" sz="1200" dirty="0"/>
              <a:t>프로세스</a:t>
            </a:r>
            <a:br>
              <a:rPr lang="ko-KR" altLang="en-US" sz="1200" dirty="0"/>
            </a:br>
            <a:br>
              <a:rPr lang="ko-KR" altLang="en-US" sz="1200" dirty="0"/>
            </a:br>
            <a:r>
              <a:rPr lang="en-US" altLang="ko-KR" sz="1200" dirty="0"/>
              <a:t>1. </a:t>
            </a:r>
            <a:r>
              <a:rPr lang="ko-KR" altLang="en-US" sz="1200" dirty="0" err="1"/>
              <a:t>스테이지된</a:t>
            </a:r>
            <a:r>
              <a:rPr lang="ko-KR" altLang="en-US" sz="1200" dirty="0"/>
              <a:t> 파일 확인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스테이지된</a:t>
            </a:r>
            <a:r>
              <a:rPr lang="ko-KR" altLang="en-US" sz="1200" dirty="0"/>
              <a:t> 파일이 있으면 해당 파일만 </a:t>
            </a:r>
            <a:r>
              <a:rPr lang="ko-KR" altLang="en-US" sz="1200" dirty="0" err="1"/>
              <a:t>커밋</a:t>
            </a:r>
            <a:br>
              <a:rPr lang="ko-KR" altLang="en-US" sz="1200" dirty="0"/>
            </a:br>
            <a:r>
              <a:rPr lang="en-US" altLang="ko-KR" sz="1200" dirty="0"/>
              <a:t>2. </a:t>
            </a:r>
            <a:r>
              <a:rPr lang="ko-KR" altLang="en-US" sz="1200" dirty="0"/>
              <a:t>여러 논리적 변경사항에 대한 </a:t>
            </a:r>
            <a:r>
              <a:rPr lang="en-US" altLang="ko-KR" sz="1200" dirty="0"/>
              <a:t>diff </a:t>
            </a:r>
            <a:r>
              <a:rPr lang="ko-KR" altLang="en-US" sz="1200" dirty="0"/>
              <a:t>분석</a:t>
            </a:r>
            <a:br>
              <a:rPr lang="ko-KR" altLang="en-US" sz="1200" dirty="0"/>
            </a:br>
            <a:r>
              <a:rPr lang="en-US" altLang="ko-KR" sz="1200" dirty="0"/>
              <a:t>3. </a:t>
            </a:r>
            <a:r>
              <a:rPr lang="ko-KR" altLang="en-US" sz="1200" dirty="0"/>
              <a:t>필요시 분할 제안</a:t>
            </a:r>
            <a:br>
              <a:rPr lang="ko-KR" altLang="en-US" sz="1200" dirty="0"/>
            </a:br>
            <a:r>
              <a:rPr lang="en-US" altLang="ko-KR" sz="1200" dirty="0"/>
              <a:t>4. </a:t>
            </a:r>
            <a:r>
              <a:rPr lang="ko-KR" altLang="en-US" sz="1200" dirty="0" err="1"/>
              <a:t>이모지</a:t>
            </a:r>
            <a:r>
              <a:rPr lang="ko-KR" altLang="en-US" sz="1200" dirty="0"/>
              <a:t> </a:t>
            </a:r>
            <a:r>
              <a:rPr lang="ko-KR" altLang="en-US" sz="1200" dirty="0" err="1"/>
              <a:t>컨벤셔널</a:t>
            </a:r>
            <a:r>
              <a:rPr lang="ko-KR" altLang="en-US" sz="1200" dirty="0"/>
              <a:t> 포맷으로 </a:t>
            </a:r>
            <a:r>
              <a:rPr lang="ko-KR" altLang="en-US" sz="1200" dirty="0" err="1"/>
              <a:t>커밋</a:t>
            </a:r>
            <a:r>
              <a:rPr lang="ko-KR" altLang="en-US" sz="1200" dirty="0"/>
              <a:t> 생성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0F88DB-833D-B75F-5743-2A1343924D4D}"/>
              </a:ext>
            </a:extLst>
          </p:cNvPr>
          <p:cNvSpPr txBox="1"/>
          <p:nvPr/>
        </p:nvSpPr>
        <p:spPr>
          <a:xfrm>
            <a:off x="7334054" y="1828800"/>
            <a:ext cx="4119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.</a:t>
            </a:r>
            <a:r>
              <a:rPr lang="en-US" altLang="ko-KR" b="1" dirty="0" err="1">
                <a:solidFill>
                  <a:srgbClr val="FF0000"/>
                </a:solidFill>
              </a:rPr>
              <a:t>claude</a:t>
            </a:r>
            <a:r>
              <a:rPr lang="en-US" altLang="ko-KR" b="1" dirty="0">
                <a:solidFill>
                  <a:srgbClr val="FF0000"/>
                </a:solidFill>
              </a:rPr>
              <a:t>/commands/git/commit.md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6236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6C7D83-BBD7-2D98-15F1-1B8C676CA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강의 추천 커스텀 커맨드</a:t>
            </a:r>
            <a:r>
              <a:rPr lang="en-US" altLang="ko-KR" dirty="0"/>
              <a:t>-2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863866-3E4F-23EB-2D42-5E1B973E7CCC}"/>
              </a:ext>
            </a:extLst>
          </p:cNvPr>
          <p:cNvSpPr txBox="1"/>
          <p:nvPr/>
        </p:nvSpPr>
        <p:spPr>
          <a:xfrm>
            <a:off x="1097280" y="1595021"/>
            <a:ext cx="609442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ko-KR" altLang="en-US" sz="1050" dirty="0"/>
            </a:br>
            <a:r>
              <a:rPr lang="en-US" altLang="ko-KR" sz="1050" dirty="0"/>
              <a:t>## </a:t>
            </a:r>
            <a:r>
              <a:rPr lang="ko-KR" altLang="en-US" sz="1050" dirty="0" err="1"/>
              <a:t>커밋</a:t>
            </a:r>
            <a:r>
              <a:rPr lang="ko-KR" altLang="en-US" sz="1050" dirty="0"/>
              <a:t> 포맷</a:t>
            </a:r>
            <a:br>
              <a:rPr lang="ko-KR" altLang="en-US" sz="1050" dirty="0"/>
            </a:br>
            <a:br>
              <a:rPr lang="ko-KR" altLang="en-US" sz="1050" dirty="0"/>
            </a:br>
            <a:r>
              <a:rPr lang="en-US" altLang="ko-KR" sz="1050" dirty="0"/>
              <a:t>`&lt;</a:t>
            </a:r>
            <a:r>
              <a:rPr lang="ko-KR" altLang="en-US" sz="1050" dirty="0" err="1"/>
              <a:t>이모지</a:t>
            </a:r>
            <a:r>
              <a:rPr lang="en-US" altLang="ko-KR" sz="1050" dirty="0"/>
              <a:t>&gt; &lt;</a:t>
            </a:r>
            <a:r>
              <a:rPr lang="ko-KR" altLang="en-US" sz="1050" dirty="0"/>
              <a:t>타입</a:t>
            </a:r>
            <a:r>
              <a:rPr lang="en-US" altLang="ko-KR" sz="1050" dirty="0"/>
              <a:t>&gt;: &lt;</a:t>
            </a:r>
            <a:r>
              <a:rPr lang="ko-KR" altLang="en-US" sz="1050" dirty="0"/>
              <a:t>설명</a:t>
            </a:r>
            <a:r>
              <a:rPr lang="en-US" altLang="ko-KR" sz="1050" dirty="0"/>
              <a:t>&gt;`</a:t>
            </a:r>
            <a:br>
              <a:rPr lang="en-US" altLang="ko-KR" sz="1050" dirty="0"/>
            </a:br>
            <a:br>
              <a:rPr lang="en-US" altLang="ko-KR" sz="1050" dirty="0"/>
            </a:br>
            <a:r>
              <a:rPr lang="en-US" altLang="ko-KR" sz="1050" dirty="0"/>
              <a:t>**</a:t>
            </a:r>
            <a:r>
              <a:rPr lang="ko-KR" altLang="en-US" sz="1050" dirty="0"/>
              <a:t>타입</a:t>
            </a:r>
            <a:r>
              <a:rPr lang="en-US" altLang="ko-KR" sz="1050" dirty="0"/>
              <a:t>:</a:t>
            </a:r>
            <a:r>
              <a:rPr lang="ko-KR" altLang="en-US" sz="1050" dirty="0"/>
              <a:t>**</a:t>
            </a:r>
            <a:br>
              <a:rPr lang="ko-KR" altLang="en-US" sz="1050" dirty="0"/>
            </a:br>
            <a:br>
              <a:rPr lang="ko-KR" altLang="en-US" sz="1050" dirty="0"/>
            </a:br>
            <a:r>
              <a:rPr lang="en-US" altLang="ko-KR" sz="1050" dirty="0"/>
              <a:t>- `feat`: </a:t>
            </a:r>
            <a:r>
              <a:rPr lang="ko-KR" altLang="en-US" sz="1050" dirty="0"/>
              <a:t>새로운 기능</a:t>
            </a:r>
            <a:br>
              <a:rPr lang="ko-KR" altLang="en-US" sz="1050" dirty="0"/>
            </a:br>
            <a:r>
              <a:rPr lang="en-US" altLang="ko-KR" sz="1050" dirty="0"/>
              <a:t>- `fix`: </a:t>
            </a:r>
            <a:r>
              <a:rPr lang="ko-KR" altLang="en-US" sz="1050" dirty="0"/>
              <a:t>버그 수정</a:t>
            </a:r>
            <a:br>
              <a:rPr lang="ko-KR" altLang="en-US" sz="1050" dirty="0"/>
            </a:br>
            <a:r>
              <a:rPr lang="en-US" altLang="ko-KR" sz="1050" dirty="0"/>
              <a:t>- `docs`: </a:t>
            </a:r>
            <a:r>
              <a:rPr lang="ko-KR" altLang="en-US" sz="1050" dirty="0"/>
              <a:t>문서화</a:t>
            </a:r>
            <a:br>
              <a:rPr lang="ko-KR" altLang="en-US" sz="1050" dirty="0"/>
            </a:br>
            <a:r>
              <a:rPr lang="en-US" altLang="ko-KR" sz="1050" dirty="0"/>
              <a:t>- `style`: </a:t>
            </a:r>
            <a:r>
              <a:rPr lang="ko-KR" altLang="en-US" sz="1050" dirty="0" err="1"/>
              <a:t>포맷팅</a:t>
            </a:r>
            <a:br>
              <a:rPr lang="ko-KR" altLang="en-US" sz="1050" dirty="0"/>
            </a:br>
            <a:r>
              <a:rPr lang="en-US" altLang="ko-KR" sz="1050" dirty="0"/>
              <a:t>- `refactor`: </a:t>
            </a:r>
            <a:r>
              <a:rPr lang="ko-KR" altLang="en-US" sz="1050" dirty="0"/>
              <a:t>코드 </a:t>
            </a:r>
            <a:r>
              <a:rPr lang="ko-KR" altLang="en-US" sz="1050" dirty="0" err="1"/>
              <a:t>리팩토링</a:t>
            </a:r>
            <a:br>
              <a:rPr lang="ko-KR" altLang="en-US" sz="1050" dirty="0"/>
            </a:br>
            <a:r>
              <a:rPr lang="en-US" altLang="ko-KR" sz="1050" dirty="0"/>
              <a:t>- `perf`: </a:t>
            </a:r>
            <a:r>
              <a:rPr lang="ko-KR" altLang="en-US" sz="1050" dirty="0"/>
              <a:t>성능 개선</a:t>
            </a:r>
            <a:br>
              <a:rPr lang="ko-KR" altLang="en-US" sz="1050" dirty="0"/>
            </a:br>
            <a:r>
              <a:rPr lang="en-US" altLang="ko-KR" sz="1050" dirty="0"/>
              <a:t>- `test`: </a:t>
            </a:r>
            <a:r>
              <a:rPr lang="ko-KR" altLang="en-US" sz="1050" dirty="0"/>
              <a:t>테스트</a:t>
            </a:r>
            <a:br>
              <a:rPr lang="ko-KR" altLang="en-US" sz="1050" dirty="0"/>
            </a:br>
            <a:r>
              <a:rPr lang="en-US" altLang="ko-KR" sz="1050" dirty="0"/>
              <a:t>- `chore`: </a:t>
            </a:r>
            <a:r>
              <a:rPr lang="ko-KR" altLang="en-US" sz="1050" dirty="0"/>
              <a:t>빌드</a:t>
            </a:r>
            <a:r>
              <a:rPr lang="en-US" altLang="ko-KR" sz="1050" dirty="0"/>
              <a:t>/</a:t>
            </a:r>
            <a:r>
              <a:rPr lang="ko-KR" altLang="en-US" sz="1050" dirty="0"/>
              <a:t>도구</a:t>
            </a:r>
            <a:br>
              <a:rPr lang="ko-KR" altLang="en-US" sz="1050" dirty="0"/>
            </a:br>
            <a:br>
              <a:rPr lang="ko-KR" altLang="en-US" sz="1050" dirty="0"/>
            </a:br>
            <a:r>
              <a:rPr lang="ko-KR" altLang="en-US" sz="1050" dirty="0"/>
              <a:t>**규칙</a:t>
            </a:r>
            <a:r>
              <a:rPr lang="en-US" altLang="ko-KR" sz="1050" dirty="0"/>
              <a:t>:</a:t>
            </a:r>
            <a:r>
              <a:rPr lang="ko-KR" altLang="en-US" sz="1050" dirty="0"/>
              <a:t>**</a:t>
            </a:r>
            <a:br>
              <a:rPr lang="ko-KR" altLang="en-US" sz="1050" dirty="0"/>
            </a:br>
            <a:br>
              <a:rPr lang="ko-KR" altLang="en-US" sz="1050" dirty="0"/>
            </a:br>
            <a:r>
              <a:rPr lang="en-US" altLang="ko-KR" sz="1050" dirty="0"/>
              <a:t>- </a:t>
            </a:r>
            <a:r>
              <a:rPr lang="ko-KR" altLang="en-US" sz="1050" dirty="0"/>
              <a:t>명령형 어조 </a:t>
            </a:r>
            <a:r>
              <a:rPr lang="en-US" altLang="ko-KR" sz="1050" dirty="0"/>
              <a:t>("</a:t>
            </a:r>
            <a:r>
              <a:rPr lang="ko-KR" altLang="en-US" sz="1050" dirty="0"/>
              <a:t>추가</a:t>
            </a:r>
            <a:r>
              <a:rPr lang="en-US" altLang="ko-KR" sz="1050" dirty="0"/>
              <a:t>" not "</a:t>
            </a:r>
            <a:r>
              <a:rPr lang="ko-KR" altLang="en-US" sz="1050" dirty="0"/>
              <a:t>추가됨</a:t>
            </a:r>
            <a:r>
              <a:rPr lang="en-US" altLang="ko-KR" sz="1050" dirty="0"/>
              <a:t>")</a:t>
            </a:r>
            <a:br>
              <a:rPr lang="en-US" altLang="ko-KR" sz="1050" dirty="0"/>
            </a:br>
            <a:r>
              <a:rPr lang="en-US" altLang="ko-KR" sz="1050" dirty="0"/>
              <a:t>- </a:t>
            </a:r>
            <a:r>
              <a:rPr lang="ko-KR" altLang="en-US" sz="1050" dirty="0"/>
              <a:t>첫 줄 </a:t>
            </a:r>
            <a:r>
              <a:rPr lang="en-US" altLang="ko-KR" sz="1050" dirty="0"/>
              <a:t>72</a:t>
            </a:r>
            <a:r>
              <a:rPr lang="ko-KR" altLang="en-US" sz="1050" dirty="0"/>
              <a:t>자 미만</a:t>
            </a:r>
            <a:br>
              <a:rPr lang="ko-KR" altLang="en-US" sz="1050" dirty="0"/>
            </a:br>
            <a:r>
              <a:rPr lang="en-US" altLang="ko-KR" sz="1050" dirty="0"/>
              <a:t>- </a:t>
            </a:r>
            <a:r>
              <a:rPr lang="ko-KR" altLang="en-US" sz="1050" dirty="0"/>
              <a:t>원자적 </a:t>
            </a:r>
            <a:r>
              <a:rPr lang="ko-KR" altLang="en-US" sz="1050" dirty="0" err="1"/>
              <a:t>커밋</a:t>
            </a:r>
            <a:r>
              <a:rPr lang="ko-KR" altLang="en-US" sz="1050" dirty="0"/>
              <a:t> </a:t>
            </a:r>
            <a:r>
              <a:rPr lang="en-US" altLang="ko-KR" sz="1050" dirty="0"/>
              <a:t>(</a:t>
            </a:r>
            <a:r>
              <a:rPr lang="ko-KR" altLang="en-US" sz="1050" dirty="0"/>
              <a:t>단일 목적</a:t>
            </a:r>
            <a:r>
              <a:rPr lang="en-US" altLang="ko-KR" sz="1050" dirty="0"/>
              <a:t>)</a:t>
            </a:r>
            <a:br>
              <a:rPr lang="en-US" altLang="ko-KR" sz="1050" dirty="0"/>
            </a:br>
            <a:r>
              <a:rPr lang="en-US" altLang="ko-KR" sz="1050" dirty="0"/>
              <a:t>- </a:t>
            </a:r>
            <a:r>
              <a:rPr lang="ko-KR" altLang="en-US" sz="1050" dirty="0"/>
              <a:t>관련 없는 변경사항 분할</a:t>
            </a:r>
            <a:br>
              <a:rPr lang="ko-KR" altLang="en-US" sz="1050" dirty="0"/>
            </a:br>
            <a:br>
              <a:rPr lang="ko-KR" altLang="en-US" sz="1050" dirty="0"/>
            </a:br>
            <a:r>
              <a:rPr lang="en-US" altLang="ko-KR" sz="1050" dirty="0"/>
              <a:t>## </a:t>
            </a:r>
            <a:r>
              <a:rPr lang="ko-KR" altLang="en-US" sz="1050" dirty="0" err="1"/>
              <a:t>이모지</a:t>
            </a:r>
            <a:r>
              <a:rPr lang="ko-KR" altLang="en-US" sz="1050" dirty="0"/>
              <a:t> 맵</a:t>
            </a:r>
            <a:br>
              <a:rPr lang="ko-KR" altLang="en-US" sz="1050" dirty="0"/>
            </a:br>
            <a:br>
              <a:rPr lang="ko-KR" altLang="en-US" sz="1050" dirty="0"/>
            </a:br>
            <a:r>
              <a:rPr lang="ko-KR" altLang="en-US" sz="1050" dirty="0"/>
              <a:t>✨ </a:t>
            </a:r>
            <a:r>
              <a:rPr lang="en-US" altLang="ko-KR" sz="1050" dirty="0"/>
              <a:t>feat | </a:t>
            </a:r>
            <a:r>
              <a:rPr lang="ko-KR" altLang="en-US" sz="1050" dirty="0"/>
              <a:t>🐛 </a:t>
            </a:r>
            <a:r>
              <a:rPr lang="en-US" altLang="ko-KR" sz="1050" dirty="0"/>
              <a:t>fix | </a:t>
            </a:r>
            <a:r>
              <a:rPr lang="ko-KR" altLang="en-US" sz="1050" dirty="0"/>
              <a:t>📝 </a:t>
            </a:r>
            <a:r>
              <a:rPr lang="en-US" altLang="ko-KR" sz="1050" dirty="0"/>
              <a:t>docs | </a:t>
            </a:r>
            <a:r>
              <a:rPr lang="ko-KR" altLang="en-US" sz="1050" dirty="0"/>
              <a:t>💄 </a:t>
            </a:r>
            <a:r>
              <a:rPr lang="en-US" altLang="ko-KR" sz="1050" dirty="0"/>
              <a:t>style | </a:t>
            </a:r>
            <a:r>
              <a:rPr lang="ko-KR" altLang="en-US" sz="1050" dirty="0"/>
              <a:t>♻️ </a:t>
            </a:r>
            <a:r>
              <a:rPr lang="en-US" altLang="ko-KR" sz="1050" dirty="0"/>
              <a:t>refactor | ⚡ perf | </a:t>
            </a:r>
            <a:r>
              <a:rPr lang="ko-KR" altLang="en-US" sz="1050" dirty="0"/>
              <a:t>✅ </a:t>
            </a:r>
            <a:r>
              <a:rPr lang="en-US" altLang="ko-KR" sz="1050" dirty="0"/>
              <a:t>test | </a:t>
            </a:r>
            <a:r>
              <a:rPr lang="ko-KR" altLang="en-US" sz="1050" dirty="0"/>
              <a:t>🔧 </a:t>
            </a:r>
            <a:r>
              <a:rPr lang="en-US" altLang="ko-KR" sz="1050" dirty="0"/>
              <a:t>chore | </a:t>
            </a:r>
            <a:r>
              <a:rPr lang="ko-KR" altLang="en-US" sz="1050" dirty="0"/>
              <a:t>🚀 </a:t>
            </a:r>
            <a:r>
              <a:rPr lang="en-US" altLang="ko-KR" sz="1050" dirty="0"/>
              <a:t>ci | </a:t>
            </a:r>
            <a:r>
              <a:rPr lang="ko-KR" altLang="en-US" sz="1050" dirty="0"/>
              <a:t>🚨 </a:t>
            </a:r>
            <a:r>
              <a:rPr lang="en-US" altLang="ko-KR" sz="1050" dirty="0"/>
              <a:t>warnings | </a:t>
            </a:r>
            <a:r>
              <a:rPr lang="ko-KR" altLang="en-US" sz="1050" dirty="0"/>
              <a:t>🔒️ </a:t>
            </a:r>
            <a:r>
              <a:rPr lang="en-US" altLang="ko-KR" sz="1050" dirty="0"/>
              <a:t>security | </a:t>
            </a:r>
            <a:r>
              <a:rPr lang="ko-KR" altLang="en-US" sz="1050" dirty="0"/>
              <a:t>🚚 </a:t>
            </a:r>
            <a:r>
              <a:rPr lang="en-US" altLang="ko-KR" sz="1050" dirty="0"/>
              <a:t>move | </a:t>
            </a:r>
            <a:r>
              <a:rPr lang="ko-KR" altLang="en-US" sz="1050" dirty="0"/>
              <a:t>🏗️ </a:t>
            </a:r>
            <a:r>
              <a:rPr lang="en-US" altLang="ko-KR" sz="1050" dirty="0"/>
              <a:t>architecture | </a:t>
            </a:r>
            <a:r>
              <a:rPr lang="ko-KR" altLang="en-US" sz="1050" dirty="0"/>
              <a:t>➕ </a:t>
            </a:r>
            <a:r>
              <a:rPr lang="en-US" altLang="ko-KR" sz="1050" dirty="0"/>
              <a:t>add-dep | </a:t>
            </a:r>
            <a:r>
              <a:rPr lang="ko-KR" altLang="en-US" sz="1050" dirty="0"/>
              <a:t>➖ </a:t>
            </a:r>
            <a:r>
              <a:rPr lang="en-US" altLang="ko-KR" sz="1050" dirty="0"/>
              <a:t>remove-dep | </a:t>
            </a:r>
            <a:r>
              <a:rPr lang="ko-KR" altLang="en-US" sz="1050" dirty="0"/>
              <a:t>🌱 </a:t>
            </a:r>
            <a:r>
              <a:rPr lang="en-US" altLang="ko-KR" sz="1050" dirty="0"/>
              <a:t>seed | </a:t>
            </a:r>
            <a:r>
              <a:rPr lang="ko-KR" altLang="en-US" sz="1050" dirty="0"/>
              <a:t>🧑‍💻 </a:t>
            </a:r>
            <a:r>
              <a:rPr lang="en-US" altLang="ko-KR" sz="1050" dirty="0"/>
              <a:t>dx | </a:t>
            </a:r>
            <a:r>
              <a:rPr lang="ko-KR" altLang="en-US" sz="1050" dirty="0"/>
              <a:t>🏷️ </a:t>
            </a:r>
            <a:r>
              <a:rPr lang="en-US" altLang="ko-KR" sz="1050" dirty="0"/>
              <a:t>types | </a:t>
            </a:r>
            <a:r>
              <a:rPr lang="ko-KR" altLang="en-US" sz="1050" dirty="0"/>
              <a:t>👔 </a:t>
            </a:r>
            <a:r>
              <a:rPr lang="en-US" altLang="ko-KR" sz="1050" dirty="0"/>
              <a:t>business | </a:t>
            </a:r>
            <a:r>
              <a:rPr lang="ko-KR" altLang="en-US" sz="1050" dirty="0"/>
              <a:t>🚸 </a:t>
            </a:r>
            <a:r>
              <a:rPr lang="en-US" altLang="ko-KR" sz="1050" dirty="0" err="1"/>
              <a:t>ux</a:t>
            </a:r>
            <a:r>
              <a:rPr lang="en-US" altLang="ko-KR" sz="1050" dirty="0"/>
              <a:t> | </a:t>
            </a:r>
            <a:r>
              <a:rPr lang="ko-KR" altLang="en-US" sz="1050" dirty="0"/>
              <a:t>🩹 </a:t>
            </a:r>
            <a:r>
              <a:rPr lang="en-US" altLang="ko-KR" sz="1050" dirty="0"/>
              <a:t>minor-fix | </a:t>
            </a:r>
            <a:r>
              <a:rPr lang="ko-KR" altLang="en-US" sz="1050" dirty="0"/>
              <a:t>🥅 </a:t>
            </a:r>
            <a:r>
              <a:rPr lang="en-US" altLang="ko-KR" sz="1050" dirty="0"/>
              <a:t>errors | </a:t>
            </a:r>
            <a:r>
              <a:rPr lang="ko-KR" altLang="en-US" sz="1050" dirty="0"/>
              <a:t>🔥 </a:t>
            </a:r>
            <a:r>
              <a:rPr lang="en-US" altLang="ko-KR" sz="1050" dirty="0"/>
              <a:t>remove | </a:t>
            </a:r>
            <a:r>
              <a:rPr lang="ko-KR" altLang="en-US" sz="1050" dirty="0"/>
              <a:t>🎨 </a:t>
            </a:r>
            <a:r>
              <a:rPr lang="en-US" altLang="ko-KR" sz="1050" dirty="0"/>
              <a:t>structure | </a:t>
            </a:r>
            <a:r>
              <a:rPr lang="ko-KR" altLang="en-US" sz="1050" dirty="0"/>
              <a:t>🚑️ </a:t>
            </a:r>
            <a:r>
              <a:rPr lang="en-US" altLang="ko-KR" sz="1050" dirty="0"/>
              <a:t>hotfix | </a:t>
            </a:r>
            <a:r>
              <a:rPr lang="ko-KR" altLang="en-US" sz="1050" dirty="0"/>
              <a:t>🎉 </a:t>
            </a:r>
            <a:r>
              <a:rPr lang="en-US" altLang="ko-KR" sz="1050" dirty="0" err="1"/>
              <a:t>init</a:t>
            </a:r>
            <a:r>
              <a:rPr lang="en-US" altLang="ko-KR" sz="1050" dirty="0"/>
              <a:t> | </a:t>
            </a:r>
            <a:r>
              <a:rPr lang="ko-KR" altLang="en-US" sz="1050" dirty="0"/>
              <a:t>🔖 </a:t>
            </a:r>
            <a:r>
              <a:rPr lang="en-US" altLang="ko-KR" sz="1050" dirty="0"/>
              <a:t>release | </a:t>
            </a:r>
            <a:r>
              <a:rPr lang="ko-KR" altLang="en-US" sz="1050" dirty="0"/>
              <a:t>🚧 </a:t>
            </a:r>
            <a:r>
              <a:rPr lang="en-US" altLang="ko-KR" sz="1050" dirty="0" err="1"/>
              <a:t>wip</a:t>
            </a:r>
            <a:r>
              <a:rPr lang="en-US" altLang="ko-KR" sz="1050" dirty="0"/>
              <a:t> | </a:t>
            </a:r>
            <a:r>
              <a:rPr lang="ko-KR" altLang="en-US" sz="1050" dirty="0"/>
              <a:t>💚 </a:t>
            </a:r>
            <a:r>
              <a:rPr lang="en-US" altLang="ko-KR" sz="1050" dirty="0"/>
              <a:t>ci-fix | </a:t>
            </a:r>
            <a:r>
              <a:rPr lang="ko-KR" altLang="en-US" sz="1050" dirty="0"/>
              <a:t>📌 </a:t>
            </a:r>
            <a:r>
              <a:rPr lang="en-US" altLang="ko-KR" sz="1050" dirty="0"/>
              <a:t>pin-deps | </a:t>
            </a:r>
            <a:r>
              <a:rPr lang="ko-KR" altLang="en-US" sz="1050" dirty="0"/>
              <a:t>👷 </a:t>
            </a:r>
            <a:r>
              <a:rPr lang="en-US" altLang="ko-KR" sz="1050" dirty="0"/>
              <a:t>ci-build | </a:t>
            </a:r>
            <a:r>
              <a:rPr lang="ko-KR" altLang="en-US" sz="1050" dirty="0"/>
              <a:t>📈 </a:t>
            </a:r>
            <a:r>
              <a:rPr lang="en-US" altLang="ko-KR" sz="1050" dirty="0"/>
              <a:t>analytics | </a:t>
            </a:r>
            <a:r>
              <a:rPr lang="ko-KR" altLang="en-US" sz="1050" dirty="0"/>
              <a:t>✏️ </a:t>
            </a:r>
            <a:r>
              <a:rPr lang="en-US" altLang="ko-KR" sz="1050" dirty="0"/>
              <a:t>typos | </a:t>
            </a:r>
            <a:r>
              <a:rPr lang="ko-KR" altLang="en-US" sz="1050" dirty="0"/>
              <a:t>⏪️ </a:t>
            </a:r>
            <a:r>
              <a:rPr lang="en-US" altLang="ko-KR" sz="1050" dirty="0"/>
              <a:t>revert | </a:t>
            </a:r>
            <a:r>
              <a:rPr lang="ko-KR" altLang="en-US" sz="1050" dirty="0"/>
              <a:t>📄 </a:t>
            </a:r>
            <a:r>
              <a:rPr lang="en-US" altLang="ko-KR" sz="1050" dirty="0"/>
              <a:t>license | </a:t>
            </a:r>
            <a:r>
              <a:rPr lang="ko-KR" altLang="en-US" sz="1050" dirty="0"/>
              <a:t>💥 </a:t>
            </a:r>
            <a:r>
              <a:rPr lang="en-US" altLang="ko-KR" sz="1050" dirty="0"/>
              <a:t>breaking | </a:t>
            </a:r>
            <a:r>
              <a:rPr lang="ko-KR" altLang="en-US" sz="1050" dirty="0"/>
              <a:t>🍱 </a:t>
            </a:r>
            <a:r>
              <a:rPr lang="en-US" altLang="ko-KR" sz="1050" dirty="0"/>
              <a:t>assets | </a:t>
            </a:r>
            <a:r>
              <a:rPr lang="ko-KR" altLang="en-US" sz="1050" dirty="0"/>
              <a:t>♿️ </a:t>
            </a:r>
            <a:r>
              <a:rPr lang="en-US" altLang="ko-KR" sz="1050" dirty="0"/>
              <a:t>accessibility | </a:t>
            </a:r>
            <a:r>
              <a:rPr lang="ko-KR" altLang="en-US" sz="1050" dirty="0"/>
              <a:t>💡 </a:t>
            </a:r>
            <a:r>
              <a:rPr lang="en-US" altLang="ko-KR" sz="1050" dirty="0"/>
              <a:t>comments | </a:t>
            </a:r>
            <a:r>
              <a:rPr lang="ko-KR" altLang="en-US" sz="1050" dirty="0"/>
              <a:t>🗃️ </a:t>
            </a:r>
            <a:r>
              <a:rPr lang="en-US" altLang="ko-KR" sz="1050" dirty="0" err="1"/>
              <a:t>db</a:t>
            </a:r>
            <a:r>
              <a:rPr lang="en-US" altLang="ko-KR" sz="1050" dirty="0"/>
              <a:t> | </a:t>
            </a:r>
            <a:r>
              <a:rPr lang="ko-KR" altLang="en-US" sz="1050" dirty="0"/>
              <a:t>🔊 </a:t>
            </a:r>
            <a:r>
              <a:rPr lang="en-US" altLang="ko-KR" sz="1050" dirty="0"/>
              <a:t>logs | </a:t>
            </a:r>
            <a:r>
              <a:rPr lang="ko-KR" altLang="en-US" sz="1050" dirty="0"/>
              <a:t>🔇 </a:t>
            </a:r>
            <a:r>
              <a:rPr lang="en-US" altLang="ko-KR" sz="1050" dirty="0"/>
              <a:t>remove-logs | </a:t>
            </a:r>
            <a:r>
              <a:rPr lang="ko-KR" altLang="en-US" sz="1050" dirty="0"/>
              <a:t>🙈 </a:t>
            </a:r>
            <a:r>
              <a:rPr lang="en-US" altLang="ko-KR" sz="1050" dirty="0" err="1"/>
              <a:t>gitignore</a:t>
            </a:r>
            <a:r>
              <a:rPr lang="en-US" altLang="ko-KR" sz="1050" dirty="0"/>
              <a:t> | </a:t>
            </a:r>
            <a:r>
              <a:rPr lang="ko-KR" altLang="en-US" sz="1050" dirty="0"/>
              <a:t>📸 </a:t>
            </a:r>
            <a:r>
              <a:rPr lang="en-US" altLang="ko-KR" sz="1050" dirty="0"/>
              <a:t>snapshots | </a:t>
            </a:r>
            <a:r>
              <a:rPr lang="ko-KR" altLang="en-US" sz="1050" dirty="0"/>
              <a:t>⚗️ </a:t>
            </a:r>
            <a:r>
              <a:rPr lang="en-US" altLang="ko-KR" sz="1050" dirty="0"/>
              <a:t>experiment | </a:t>
            </a:r>
            <a:r>
              <a:rPr lang="ko-KR" altLang="en-US" sz="1050" dirty="0"/>
              <a:t>🚩 </a:t>
            </a:r>
            <a:r>
              <a:rPr lang="en-US" altLang="ko-KR" sz="1050" dirty="0"/>
              <a:t>flags | </a:t>
            </a:r>
            <a:r>
              <a:rPr lang="ko-KR" altLang="en-US" sz="1050" dirty="0"/>
              <a:t>💫 </a:t>
            </a:r>
            <a:r>
              <a:rPr lang="en-US" altLang="ko-KR" sz="1050" dirty="0"/>
              <a:t>animations | </a:t>
            </a:r>
            <a:r>
              <a:rPr lang="ko-KR" altLang="en-US" sz="1050" dirty="0"/>
              <a:t>⚰️ </a:t>
            </a:r>
            <a:r>
              <a:rPr lang="en-US" altLang="ko-KR" sz="1050" dirty="0"/>
              <a:t>dead-code | </a:t>
            </a:r>
            <a:r>
              <a:rPr lang="ko-KR" altLang="en-US" sz="1050" dirty="0"/>
              <a:t>🦺 </a:t>
            </a:r>
            <a:r>
              <a:rPr lang="en-US" altLang="ko-KR" sz="1050" dirty="0"/>
              <a:t>validation | </a:t>
            </a:r>
            <a:r>
              <a:rPr lang="ko-KR" altLang="en-US" sz="1050" dirty="0"/>
              <a:t>✈️ </a:t>
            </a:r>
            <a:r>
              <a:rPr lang="en-US" altLang="ko-KR" sz="1050" dirty="0"/>
              <a:t>offline</a:t>
            </a:r>
            <a:endParaRPr lang="ko-KR" altLang="en-US" sz="10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8F17C7-9D47-D047-4C5A-8CDB4C18E323}"/>
              </a:ext>
            </a:extLst>
          </p:cNvPr>
          <p:cNvSpPr txBox="1"/>
          <p:nvPr/>
        </p:nvSpPr>
        <p:spPr>
          <a:xfrm>
            <a:off x="6768445" y="1873939"/>
            <a:ext cx="3966328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## </a:t>
            </a:r>
            <a:r>
              <a:rPr lang="ko-KR" altLang="en-US" sz="1100" dirty="0"/>
              <a:t>분할 기준</a:t>
            </a:r>
            <a:br>
              <a:rPr lang="ko-KR" altLang="en-US" sz="1100" dirty="0"/>
            </a:br>
            <a:br>
              <a:rPr lang="ko-KR" altLang="en-US" sz="1100" dirty="0"/>
            </a:br>
            <a:r>
              <a:rPr lang="ko-KR" altLang="en-US" sz="1100" dirty="0"/>
              <a:t>다른 관심사 </a:t>
            </a:r>
            <a:r>
              <a:rPr lang="en-US" altLang="ko-KR" sz="1100" dirty="0"/>
              <a:t>| </a:t>
            </a:r>
            <a:r>
              <a:rPr lang="ko-KR" altLang="en-US" sz="1100" dirty="0"/>
              <a:t>혼합된 타입 </a:t>
            </a:r>
            <a:r>
              <a:rPr lang="en-US" altLang="ko-KR" sz="1100" dirty="0"/>
              <a:t>| </a:t>
            </a:r>
            <a:r>
              <a:rPr lang="ko-KR" altLang="en-US" sz="1100" dirty="0"/>
              <a:t>파일 패턴 </a:t>
            </a:r>
            <a:r>
              <a:rPr lang="en-US" altLang="ko-KR" sz="1100" dirty="0"/>
              <a:t>| </a:t>
            </a:r>
            <a:r>
              <a:rPr lang="ko-KR" altLang="en-US" sz="1100" dirty="0"/>
              <a:t>큰 변경사항</a:t>
            </a:r>
            <a:br>
              <a:rPr lang="ko-KR" altLang="en-US" sz="1100" dirty="0"/>
            </a:br>
            <a:br>
              <a:rPr lang="ko-KR" altLang="en-US" sz="1100" dirty="0"/>
            </a:br>
            <a:r>
              <a:rPr lang="en-US" altLang="ko-KR" sz="1100" dirty="0"/>
              <a:t>## </a:t>
            </a:r>
            <a:r>
              <a:rPr lang="ko-KR" altLang="en-US" sz="1100" dirty="0"/>
              <a:t>참고사항</a:t>
            </a:r>
            <a:br>
              <a:rPr lang="ko-KR" altLang="en-US" sz="1100" dirty="0"/>
            </a:br>
            <a:br>
              <a:rPr lang="ko-KR" altLang="en-US" sz="1100" dirty="0"/>
            </a:br>
            <a:r>
              <a:rPr lang="en-US" altLang="ko-KR" sz="1100" dirty="0"/>
              <a:t>- </a:t>
            </a:r>
            <a:r>
              <a:rPr lang="ko-KR" altLang="en-US" sz="1100" dirty="0" err="1"/>
              <a:t>스테이지된</a:t>
            </a:r>
            <a:r>
              <a:rPr lang="ko-KR" altLang="en-US" sz="1100" dirty="0"/>
              <a:t> 파일이 있으면 해당 파일만 </a:t>
            </a:r>
            <a:r>
              <a:rPr lang="ko-KR" altLang="en-US" sz="1100" dirty="0" err="1"/>
              <a:t>커밋</a:t>
            </a:r>
            <a:br>
              <a:rPr lang="ko-KR" altLang="en-US" sz="1100" dirty="0"/>
            </a:br>
            <a:r>
              <a:rPr lang="en-US" altLang="ko-KR" sz="1100" dirty="0"/>
              <a:t>- </a:t>
            </a:r>
            <a:r>
              <a:rPr lang="ko-KR" altLang="en-US" sz="1100" dirty="0"/>
              <a:t>분할 제안을 위한 </a:t>
            </a:r>
            <a:r>
              <a:rPr lang="en-US" altLang="ko-KR" sz="1100" dirty="0"/>
              <a:t>diff </a:t>
            </a:r>
            <a:r>
              <a:rPr lang="ko-KR" altLang="en-US" sz="1100" dirty="0"/>
              <a:t>분석</a:t>
            </a:r>
            <a:br>
              <a:rPr lang="ko-KR" altLang="en-US" sz="1100" dirty="0"/>
            </a:br>
            <a:r>
              <a:rPr lang="en-US" altLang="ko-KR" sz="1100" dirty="0"/>
              <a:t>- **</a:t>
            </a:r>
            <a:r>
              <a:rPr lang="ko-KR" altLang="en-US" sz="1100" dirty="0" err="1"/>
              <a:t>커밋에</a:t>
            </a:r>
            <a:r>
              <a:rPr lang="ko-KR" altLang="en-US" sz="1100" dirty="0"/>
              <a:t> </a:t>
            </a:r>
            <a:r>
              <a:rPr lang="en-US" altLang="ko-KR" sz="1100" dirty="0"/>
              <a:t>Claude </a:t>
            </a:r>
            <a:r>
              <a:rPr lang="ko-KR" altLang="en-US" sz="1100" dirty="0"/>
              <a:t>서명 절대 추가하지 않음**</a:t>
            </a:r>
          </a:p>
        </p:txBody>
      </p:sp>
    </p:spTree>
    <p:extLst>
      <p:ext uri="{BB962C8B-B14F-4D97-AF65-F5344CB8AC3E}">
        <p14:creationId xmlns:p14="http://schemas.microsoft.com/office/powerpoint/2010/main" val="1722321915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48</TotalTime>
  <Words>558</Words>
  <Application>Microsoft Office PowerPoint</Application>
  <PresentationFormat>와이드스크린</PresentationFormat>
  <Paragraphs>12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Calibri</vt:lpstr>
      <vt:lpstr>Calibri Light</vt:lpstr>
      <vt:lpstr>Wingdings</vt:lpstr>
      <vt:lpstr>추억</vt:lpstr>
      <vt:lpstr>커스텀 커맨드:동적 파라미터</vt:lpstr>
      <vt:lpstr>커스텀 커맨드 </vt:lpstr>
      <vt:lpstr>커스텀 커맨드 메타데이터</vt:lpstr>
      <vt:lpstr>강의 추천 커스텀 커맨드-1</vt:lpstr>
      <vt:lpstr>강의 추천 커스텀 커맨드-2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7</cp:revision>
  <dcterms:created xsi:type="dcterms:W3CDTF">2026-06-29T11:16:17Z</dcterms:created>
  <dcterms:modified xsi:type="dcterms:W3CDTF">2026-06-29T12:04:17Z</dcterms:modified>
</cp:coreProperties>
</file>