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96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57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20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66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49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13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81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48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22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17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134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6CEBFF2-A00D-455D-9399-ABFCA8FD9E3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BC800B6-2C86-4381-8B7C-F7347E188F3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442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AC5FF-0998-2E9A-FB74-E8AF2F6AE2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Claude Hook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4384ED-9440-B162-043F-0F5FE6E2B7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19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6B7F8-511D-5B7A-F885-F38B92F8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Code Hook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CE6CC-DBFF-E95C-3E73-D89B87038752}"/>
              </a:ext>
            </a:extLst>
          </p:cNvPr>
          <p:cNvSpPr txBox="1"/>
          <p:nvPr/>
        </p:nvSpPr>
        <p:spPr>
          <a:xfrm>
            <a:off x="1112363" y="1838227"/>
            <a:ext cx="10011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Claude code </a:t>
            </a:r>
            <a:r>
              <a:rPr lang="ko-KR" altLang="en-US" dirty="0">
                <a:sym typeface="Wingdings" panose="05000000000000000000" pitchFamily="2" charset="2"/>
              </a:rPr>
              <a:t>생명주기 중 다양한 지점에서 실행되는 사용자 정의 쉘 명령어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※ </a:t>
            </a:r>
            <a:r>
              <a:rPr lang="ko-KR" altLang="en-US" dirty="0">
                <a:sym typeface="Wingdings" panose="05000000000000000000" pitchFamily="2" charset="2"/>
              </a:rPr>
              <a:t>즉 </a:t>
            </a:r>
            <a:r>
              <a:rPr lang="en-US" altLang="ko-KR" dirty="0">
                <a:sym typeface="Wingdings" panose="05000000000000000000" pitchFamily="2" charset="2"/>
              </a:rPr>
              <a:t>Claude</a:t>
            </a:r>
            <a:r>
              <a:rPr lang="ko-KR" altLang="en-US" dirty="0">
                <a:sym typeface="Wingdings" panose="05000000000000000000" pitchFamily="2" charset="2"/>
              </a:rPr>
              <a:t>의 </a:t>
            </a:r>
            <a:r>
              <a:rPr lang="ko-KR" altLang="en-US" dirty="0" err="1">
                <a:sym typeface="Wingdings" panose="05000000000000000000" pitchFamily="2" charset="2"/>
              </a:rPr>
              <a:t>작업일관성을</a:t>
            </a:r>
            <a:r>
              <a:rPr lang="ko-KR" altLang="en-US" dirty="0">
                <a:sym typeface="Wingdings" panose="05000000000000000000" pitchFamily="2" charset="2"/>
              </a:rPr>
              <a:t> 위해 </a:t>
            </a:r>
            <a:r>
              <a:rPr lang="ko-KR" altLang="en-US" dirty="0" err="1">
                <a:sym typeface="Wingdings" panose="05000000000000000000" pitchFamily="2" charset="2"/>
              </a:rPr>
              <a:t>강제해야할</a:t>
            </a:r>
            <a:r>
              <a:rPr lang="ko-KR" altLang="en-US" dirty="0">
                <a:sym typeface="Wingdings" panose="05000000000000000000" pitchFamily="2" charset="2"/>
              </a:rPr>
              <a:t>  절차가 있을 경우 설정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CAFBCC-067C-A0F4-137B-9C87558160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20" t="23780" r="27010" b="36228"/>
          <a:stretch>
            <a:fillRect/>
          </a:stretch>
        </p:blipFill>
        <p:spPr>
          <a:xfrm>
            <a:off x="1097280" y="2585425"/>
            <a:ext cx="5665509" cy="27426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BB5C54-67C5-F7B7-50BB-B18F88F01DA4}"/>
              </a:ext>
            </a:extLst>
          </p:cNvPr>
          <p:cNvSpPr txBox="1"/>
          <p:nvPr/>
        </p:nvSpPr>
        <p:spPr>
          <a:xfrm>
            <a:off x="6834433" y="2585425"/>
            <a:ext cx="49773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알림 </a:t>
            </a:r>
            <a:r>
              <a:rPr lang="en-US" altLang="ko-KR" sz="1100" dirty="0"/>
              <a:t>: </a:t>
            </a:r>
            <a:r>
              <a:rPr lang="ko-KR" altLang="en-US" sz="1100" dirty="0"/>
              <a:t>사용자가 작업을 시켜놓고</a:t>
            </a:r>
            <a:r>
              <a:rPr lang="en-US" altLang="ko-KR" sz="1100" dirty="0"/>
              <a:t>, </a:t>
            </a:r>
            <a:r>
              <a:rPr lang="ko-KR" altLang="en-US" sz="1100" dirty="0"/>
              <a:t>문자메시지</a:t>
            </a:r>
            <a:r>
              <a:rPr lang="en-US" altLang="ko-KR" sz="1100" dirty="0"/>
              <a:t>, </a:t>
            </a:r>
            <a:r>
              <a:rPr lang="ko-KR" altLang="en-US" sz="1100" dirty="0"/>
              <a:t>카카오톡</a:t>
            </a:r>
            <a:r>
              <a:rPr lang="en-US" altLang="ko-KR" sz="1100" dirty="0"/>
              <a:t>, </a:t>
            </a:r>
            <a:br>
              <a:rPr lang="en-US" altLang="ko-KR" sz="1100" dirty="0"/>
            </a:br>
            <a:r>
              <a:rPr lang="en-US" altLang="ko-KR" sz="1100" dirty="0"/>
              <a:t>            </a:t>
            </a:r>
            <a:r>
              <a:rPr lang="ko-KR" altLang="en-US" sz="1100" dirty="0"/>
              <a:t>등 메시지를 전달받도록 알림을 설정할 수 있음</a:t>
            </a:r>
            <a:r>
              <a:rPr lang="en-US" altLang="ko-KR" sz="1100" dirty="0"/>
              <a:t>.</a:t>
            </a:r>
          </a:p>
          <a:p>
            <a:br>
              <a:rPr lang="en-US" altLang="ko-KR" sz="1100" dirty="0"/>
            </a:br>
            <a:r>
              <a:rPr lang="ko-KR" altLang="en-US" sz="1100" dirty="0"/>
              <a:t>자동 </a:t>
            </a:r>
            <a:r>
              <a:rPr lang="ko-KR" altLang="en-US" sz="1100" dirty="0" err="1"/>
              <a:t>포맷팅</a:t>
            </a:r>
            <a:r>
              <a:rPr lang="ko-KR" altLang="en-US" sz="1100" dirty="0"/>
              <a:t> </a:t>
            </a:r>
            <a:r>
              <a:rPr lang="en-US" altLang="ko-KR" sz="1100" dirty="0"/>
              <a:t>: </a:t>
            </a:r>
            <a:r>
              <a:rPr lang="ko-KR" altLang="en-US" sz="1100" dirty="0"/>
              <a:t>일관된 코드 스타일을 유지하기 위해 </a:t>
            </a:r>
            <a:r>
              <a:rPr lang="ko-KR" altLang="en-US" sz="1100" dirty="0" err="1"/>
              <a:t>포맷팅</a:t>
            </a:r>
            <a:r>
              <a:rPr lang="ko-KR" altLang="en-US" sz="1100" dirty="0"/>
              <a:t> </a:t>
            </a:r>
            <a:br>
              <a:rPr lang="en-US" altLang="ko-KR" sz="1100" dirty="0"/>
            </a:br>
            <a:r>
              <a:rPr lang="en-US" altLang="ko-KR" sz="1100" dirty="0"/>
              <a:t>                          </a:t>
            </a:r>
            <a:r>
              <a:rPr lang="ko-KR" altLang="en-US" sz="1100" dirty="0"/>
              <a:t>규칙을 정함</a:t>
            </a:r>
            <a:r>
              <a:rPr lang="en-US" altLang="ko-KR" sz="1100" dirty="0"/>
              <a:t>. ( Tab </a:t>
            </a:r>
            <a:r>
              <a:rPr lang="ko-KR" altLang="en-US" sz="1100" dirty="0"/>
              <a:t>띄어쓰기 간격</a:t>
            </a:r>
            <a:r>
              <a:rPr lang="en-US" altLang="ko-KR" sz="1100" dirty="0"/>
              <a:t>, </a:t>
            </a:r>
            <a:r>
              <a:rPr lang="ko-KR" altLang="en-US" sz="1100" dirty="0"/>
              <a:t>쌍 따옴표</a:t>
            </a:r>
            <a:r>
              <a:rPr lang="en-US" altLang="ko-KR" sz="1100" dirty="0"/>
              <a:t>, </a:t>
            </a:r>
            <a:r>
              <a:rPr lang="ko-KR" altLang="en-US" sz="1100" dirty="0"/>
              <a:t>싱글 따옴표 사용 </a:t>
            </a:r>
            <a:br>
              <a:rPr lang="en-US" altLang="ko-KR" sz="1100" dirty="0"/>
            </a:br>
            <a:r>
              <a:rPr lang="en-US" altLang="ko-KR" sz="1100" dirty="0"/>
              <a:t>                          </a:t>
            </a:r>
            <a:r>
              <a:rPr lang="ko-KR" altLang="en-US" sz="1100" dirty="0"/>
              <a:t>규칙 등</a:t>
            </a:r>
            <a:r>
              <a:rPr lang="en-US" altLang="ko-KR" sz="1100" dirty="0"/>
              <a:t>)</a:t>
            </a:r>
          </a:p>
          <a:p>
            <a:r>
              <a:rPr lang="ko-KR" altLang="en-US" sz="1100" dirty="0"/>
              <a:t>로깅 </a:t>
            </a:r>
            <a:r>
              <a:rPr lang="en-US" altLang="ko-KR" sz="1100" dirty="0"/>
              <a:t>: Claude</a:t>
            </a:r>
            <a:r>
              <a:rPr lang="ko-KR" altLang="en-US" sz="1100" dirty="0" err="1"/>
              <a:t>로작업한</a:t>
            </a:r>
            <a:r>
              <a:rPr lang="ko-KR" altLang="en-US" sz="1100" dirty="0"/>
              <a:t> 모든 활동을 </a:t>
            </a:r>
            <a:r>
              <a:rPr lang="en-US" altLang="ko-KR" sz="1100" dirty="0"/>
              <a:t>Hook</a:t>
            </a:r>
            <a:r>
              <a:rPr lang="ko-KR" altLang="en-US" sz="1100" dirty="0"/>
              <a:t>으로 기록</a:t>
            </a:r>
            <a:endParaRPr lang="en-US" altLang="ko-KR" sz="1100" dirty="0"/>
          </a:p>
          <a:p>
            <a:br>
              <a:rPr lang="en-US" altLang="ko-KR" sz="1100" dirty="0"/>
            </a:br>
            <a:r>
              <a:rPr lang="ko-KR" altLang="en-US" sz="1100" dirty="0"/>
              <a:t>피드백 </a:t>
            </a:r>
            <a:r>
              <a:rPr lang="en-US" altLang="ko-KR" sz="1100" dirty="0"/>
              <a:t>: </a:t>
            </a:r>
            <a:r>
              <a:rPr lang="ko-KR" altLang="en-US" sz="1100" dirty="0"/>
              <a:t>코드 베이스 규칙을 따르지 않는 코드를 확인할 때</a:t>
            </a:r>
            <a:r>
              <a:rPr lang="en-US" altLang="ko-KR" sz="1100" dirty="0"/>
              <a:t>, </a:t>
            </a:r>
            <a:r>
              <a:rPr lang="ko-KR" altLang="en-US" sz="1100" dirty="0"/>
              <a:t>자동화 된 피드백을 </a:t>
            </a:r>
            <a:br>
              <a:rPr lang="en-US" altLang="ko-KR" sz="1100" dirty="0"/>
            </a:br>
            <a:r>
              <a:rPr lang="en-US" altLang="ko-KR" sz="1100" dirty="0"/>
              <a:t>                </a:t>
            </a:r>
            <a:r>
              <a:rPr lang="ko-KR" altLang="en-US" sz="1100" dirty="0"/>
              <a:t>줄 수 있음</a:t>
            </a:r>
            <a:endParaRPr lang="en-US" altLang="ko-KR" sz="1100" dirty="0"/>
          </a:p>
          <a:p>
            <a:r>
              <a:rPr lang="ko-KR" altLang="en-US" sz="1100" dirty="0"/>
              <a:t>사용자 정의 권한 </a:t>
            </a:r>
            <a:r>
              <a:rPr lang="en-US" altLang="ko-KR" sz="1100" dirty="0"/>
              <a:t>: </a:t>
            </a:r>
            <a:r>
              <a:rPr lang="ko-KR" altLang="en-US" sz="1100" dirty="0"/>
              <a:t>민감한 디렉토리에 대한 수정을 차단 가능</a:t>
            </a:r>
            <a:endParaRPr lang="en-US" altLang="ko-KR" sz="1100" dirty="0"/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66230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8FF20-2A81-8426-2732-0426732F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Hooks</a:t>
            </a:r>
            <a:r>
              <a:rPr lang="ko-KR" altLang="en-US" dirty="0"/>
              <a:t> 생성</a:t>
            </a:r>
            <a:r>
              <a:rPr lang="en-US" altLang="ko-KR" dirty="0"/>
              <a:t> </a:t>
            </a:r>
            <a:r>
              <a:rPr lang="ko-KR" altLang="en-US" dirty="0"/>
              <a:t>방법 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DF4DCC-4756-58D9-5F0B-0DF2C55D6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45" y="1842696"/>
            <a:ext cx="4096889" cy="10070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7A85304-65CC-8BCF-F711-034105F9E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46" y="3046052"/>
            <a:ext cx="4714190" cy="1563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67CE38-7129-A85C-1673-F94AD92061D8}"/>
              </a:ext>
            </a:extLst>
          </p:cNvPr>
          <p:cNvSpPr txBox="1"/>
          <p:nvPr/>
        </p:nvSpPr>
        <p:spPr>
          <a:xfrm>
            <a:off x="5486400" y="1842696"/>
            <a:ext cx="61833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Hook </a:t>
            </a:r>
            <a:r>
              <a:rPr lang="ko-KR" altLang="en-US" sz="1400" dirty="0"/>
              <a:t>생성시 다양한 타이밍에 실행시킬 훅을 지정할 수 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Ex) </a:t>
            </a:r>
            <a:r>
              <a:rPr lang="en-US" altLang="ko-KR" sz="1400" dirty="0" err="1"/>
              <a:t>PreToolUse</a:t>
            </a:r>
            <a:r>
              <a:rPr lang="en-US" altLang="ko-KR" sz="1400" dirty="0"/>
              <a:t> – Tool</a:t>
            </a:r>
            <a:r>
              <a:rPr lang="ko-KR" altLang="en-US" sz="1400" dirty="0"/>
              <a:t>을 사용하기 전에 실행하는 훅 지정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현재는 </a:t>
            </a:r>
            <a:r>
              <a:rPr lang="en-US" altLang="ko-KR" sz="1400" b="1" dirty="0">
                <a:solidFill>
                  <a:srgbClr val="FF0000"/>
                </a:solidFill>
              </a:rPr>
              <a:t>/hooks </a:t>
            </a:r>
            <a:r>
              <a:rPr lang="ko-KR" altLang="en-US" sz="1400" b="1" dirty="0">
                <a:solidFill>
                  <a:srgbClr val="FF0000"/>
                </a:solidFill>
              </a:rPr>
              <a:t>커맨드를 통한 </a:t>
            </a:r>
            <a:r>
              <a:rPr lang="en-US" altLang="ko-KR" sz="1400" b="1" dirty="0">
                <a:solidFill>
                  <a:srgbClr val="FF0000"/>
                </a:solidFill>
              </a:rPr>
              <a:t>hook </a:t>
            </a:r>
            <a:r>
              <a:rPr lang="ko-KR" altLang="en-US" sz="1400" b="1" dirty="0">
                <a:solidFill>
                  <a:srgbClr val="FF0000"/>
                </a:solidFill>
              </a:rPr>
              <a:t>등록이 불가능하다</a:t>
            </a:r>
            <a:r>
              <a:rPr lang="en-US" altLang="ko-KR" sz="1400" b="1" dirty="0">
                <a:solidFill>
                  <a:srgbClr val="FF0000"/>
                </a:solidFill>
              </a:rPr>
              <a:t>.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    (/hooks </a:t>
            </a:r>
            <a:r>
              <a:rPr lang="ko-KR" altLang="en-US" sz="1400" b="1" dirty="0">
                <a:solidFill>
                  <a:srgbClr val="FF0000"/>
                </a:solidFill>
              </a:rPr>
              <a:t>명령어가 </a:t>
            </a:r>
            <a:r>
              <a:rPr lang="en-US" altLang="ko-KR" sz="1400" b="1" dirty="0">
                <a:solidFill>
                  <a:srgbClr val="FF0000"/>
                </a:solidFill>
              </a:rPr>
              <a:t>Claude </a:t>
            </a:r>
            <a:r>
              <a:rPr lang="ko-KR" altLang="en-US" sz="1400" b="1" dirty="0">
                <a:solidFill>
                  <a:srgbClr val="FF0000"/>
                </a:solidFill>
              </a:rPr>
              <a:t>내에 </a:t>
            </a:r>
            <a:r>
              <a:rPr lang="en-US" altLang="ko-KR" sz="1400" b="1" dirty="0">
                <a:solidFill>
                  <a:srgbClr val="FF0000"/>
                </a:solidFill>
              </a:rPr>
              <a:t>read-only </a:t>
            </a:r>
            <a:r>
              <a:rPr lang="ko-KR" altLang="en-US" sz="1400" b="1" dirty="0">
                <a:solidFill>
                  <a:srgbClr val="FF0000"/>
                </a:solidFill>
              </a:rPr>
              <a:t>전용으로 변경되었다</a:t>
            </a:r>
            <a:r>
              <a:rPr lang="en-US" altLang="ko-KR" sz="1400" b="1" dirty="0">
                <a:solidFill>
                  <a:srgbClr val="FF0000"/>
                </a:solidFill>
              </a:rPr>
              <a:t>.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      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즉 파일을 직접 생성 및 수정하여 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hooks</a:t>
            </a:r>
            <a:r>
              <a:rPr lang="ko-KR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를 </a:t>
            </a:r>
            <a:r>
              <a:rPr lang="ko-KR" alt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적용해야한다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.)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     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248C7E-21A7-6534-1A94-F010D60DB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45" y="5097606"/>
            <a:ext cx="5573755" cy="1320795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998F68B8-7CA9-806F-3AA0-144EDCA7BE08}"/>
              </a:ext>
            </a:extLst>
          </p:cNvPr>
          <p:cNvSpPr/>
          <p:nvPr/>
        </p:nvSpPr>
        <p:spPr>
          <a:xfrm>
            <a:off x="2589543" y="4647100"/>
            <a:ext cx="97097" cy="747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C67785F-DBD3-5042-6FC7-F9EF52959781}"/>
              </a:ext>
            </a:extLst>
          </p:cNvPr>
          <p:cNvSpPr/>
          <p:nvPr/>
        </p:nvSpPr>
        <p:spPr>
          <a:xfrm>
            <a:off x="2589702" y="4794003"/>
            <a:ext cx="97097" cy="747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89D4CB4-70A4-4850-56EF-7D8BCF612624}"/>
              </a:ext>
            </a:extLst>
          </p:cNvPr>
          <p:cNvSpPr/>
          <p:nvPr/>
        </p:nvSpPr>
        <p:spPr>
          <a:xfrm>
            <a:off x="2589543" y="4950017"/>
            <a:ext cx="97097" cy="747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47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A8FD-58C5-FE74-B67A-A94751150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00EF7-3F3F-0FEC-968D-DD8D77D94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Hooks</a:t>
            </a:r>
            <a:r>
              <a:rPr lang="ko-KR" altLang="en-US" dirty="0"/>
              <a:t> 생성</a:t>
            </a:r>
            <a:r>
              <a:rPr lang="en-US" altLang="ko-KR" dirty="0"/>
              <a:t> </a:t>
            </a:r>
            <a:r>
              <a:rPr lang="ko-KR" altLang="en-US" dirty="0"/>
              <a:t>방법 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A7FD0-AF2C-1982-9542-27AF3635EA09}"/>
              </a:ext>
            </a:extLst>
          </p:cNvPr>
          <p:cNvSpPr txBox="1"/>
          <p:nvPr/>
        </p:nvSpPr>
        <p:spPr>
          <a:xfrm>
            <a:off x="4873656" y="1842695"/>
            <a:ext cx="6282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.</a:t>
            </a:r>
            <a:r>
              <a:rPr lang="en-US" altLang="ko-KR" sz="1400" dirty="0" err="1"/>
              <a:t>claude</a:t>
            </a:r>
            <a:r>
              <a:rPr lang="en-US" altLang="ko-KR" sz="1400" dirty="0"/>
              <a:t>/</a:t>
            </a:r>
            <a:r>
              <a:rPr lang="en-US" altLang="ko-KR" sz="1400" dirty="0" err="1"/>
              <a:t>settings.json</a:t>
            </a:r>
            <a:r>
              <a:rPr lang="en-US" altLang="ko-KR" sz="1400" dirty="0"/>
              <a:t> </a:t>
            </a:r>
            <a:r>
              <a:rPr lang="ko-KR" altLang="en-US" sz="1400" dirty="0"/>
              <a:t>또는 </a:t>
            </a:r>
            <a:r>
              <a:rPr lang="en-US" altLang="ko-KR" sz="1400" dirty="0"/>
              <a:t>.</a:t>
            </a:r>
            <a:r>
              <a:rPr lang="en-US" altLang="ko-KR" sz="1400" dirty="0" err="1"/>
              <a:t>claude</a:t>
            </a:r>
            <a:r>
              <a:rPr lang="en-US" altLang="ko-KR" sz="1400" dirty="0"/>
              <a:t>/</a:t>
            </a:r>
            <a:r>
              <a:rPr lang="en-US" altLang="ko-KR" sz="1400" dirty="0" err="1"/>
              <a:t>settings.local.json</a:t>
            </a:r>
            <a:r>
              <a:rPr lang="en-US" altLang="ko-KR" sz="1400" dirty="0"/>
              <a:t> </a:t>
            </a:r>
            <a:r>
              <a:rPr lang="ko-KR" altLang="en-US" sz="1400" dirty="0"/>
              <a:t>에 </a:t>
            </a:r>
            <a:br>
              <a:rPr lang="en-US" altLang="ko-KR" sz="1400" dirty="0"/>
            </a:br>
            <a:r>
              <a:rPr lang="ko-KR" altLang="en-US" sz="1400" dirty="0"/>
              <a:t>캡쳐와 같이 작성하면 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9101ECF-62BB-A760-0427-7D307D60BBE7}"/>
              </a:ext>
            </a:extLst>
          </p:cNvPr>
          <p:cNvGrpSpPr/>
          <p:nvPr/>
        </p:nvGrpSpPr>
        <p:grpSpPr>
          <a:xfrm>
            <a:off x="341996" y="1842696"/>
            <a:ext cx="9744685" cy="3038974"/>
            <a:chOff x="341996" y="1842696"/>
            <a:chExt cx="9744685" cy="3038974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E8C6E151-8231-2F7D-9B14-693EA7BD390F}"/>
                </a:ext>
              </a:extLst>
            </p:cNvPr>
            <p:cNvGrpSpPr/>
            <p:nvPr/>
          </p:nvGrpSpPr>
          <p:grpSpPr>
            <a:xfrm>
              <a:off x="341996" y="1842696"/>
              <a:ext cx="7491678" cy="3038974"/>
              <a:chOff x="341996" y="1842696"/>
              <a:chExt cx="7491678" cy="3038974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3961FD13-BD4D-C68F-A359-7DA5D649C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1996" y="1842696"/>
                <a:ext cx="4432849" cy="3038974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87FC49D-E003-3BD9-A82D-7015F3424B33}"/>
                  </a:ext>
                </a:extLst>
              </p:cNvPr>
              <p:cNvSpPr/>
              <p:nvPr/>
            </p:nvSpPr>
            <p:spPr>
              <a:xfrm>
                <a:off x="1097279" y="2546771"/>
                <a:ext cx="835215" cy="18700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3B9BDD5E-02DA-383D-3F3E-31FD6A65F46C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>
                <a:off x="1932494" y="2640272"/>
                <a:ext cx="3007151" cy="36940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A47905-5C1E-CD8A-42FC-60D503C673F9}"/>
                  </a:ext>
                </a:extLst>
              </p:cNvPr>
              <p:cNvSpPr txBox="1"/>
              <p:nvPr/>
            </p:nvSpPr>
            <p:spPr>
              <a:xfrm>
                <a:off x="4949072" y="2517169"/>
                <a:ext cx="2884602" cy="307777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Tool</a:t>
                </a:r>
                <a:r>
                  <a:rPr lang="ko-KR" altLang="en-US" sz="1400" dirty="0"/>
                  <a:t>을 사용하기 전에 실행되는 훅</a:t>
                </a:r>
              </a:p>
            </p:txBody>
          </p:sp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7B22CA2-0B6F-F6B0-4995-CFC7C0EB1426}"/>
                </a:ext>
              </a:extLst>
            </p:cNvPr>
            <p:cNvSpPr/>
            <p:nvPr/>
          </p:nvSpPr>
          <p:spPr>
            <a:xfrm>
              <a:off x="1348033" y="2881506"/>
              <a:ext cx="1253765" cy="22068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518EE39-8AAA-628B-1CD0-4D6782ED5C0C}"/>
                </a:ext>
              </a:extLst>
            </p:cNvPr>
            <p:cNvCxnSpPr>
              <a:stCxn id="18" idx="3"/>
            </p:cNvCxnSpPr>
            <p:nvPr/>
          </p:nvCxnSpPr>
          <p:spPr>
            <a:xfrm>
              <a:off x="2601798" y="2991846"/>
              <a:ext cx="2422689" cy="812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575B28-4E64-D380-CFDE-122E5264616F}"/>
                </a:ext>
              </a:extLst>
            </p:cNvPr>
            <p:cNvSpPr txBox="1"/>
            <p:nvPr/>
          </p:nvSpPr>
          <p:spPr>
            <a:xfrm>
              <a:off x="5024487" y="2919249"/>
              <a:ext cx="5062194" cy="307777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도구 지정 </a:t>
              </a:r>
              <a:r>
                <a:rPr lang="en-US" altLang="ko-KR" sz="1400" dirty="0"/>
                <a:t>ex) playwright (MCP</a:t>
              </a:r>
              <a:r>
                <a:rPr lang="ko-KR" altLang="en-US" sz="1400" dirty="0"/>
                <a:t>도구</a:t>
              </a:r>
              <a:r>
                <a:rPr lang="en-US" altLang="ko-KR" sz="1400" dirty="0"/>
                <a:t>), compact (</a:t>
              </a:r>
              <a:r>
                <a:rPr lang="en-US" altLang="ko-KR" sz="1400" dirty="0" err="1"/>
                <a:t>claude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커맨드명령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6B32603-5D46-9F1B-5DBC-16A5E910D6FD}"/>
              </a:ext>
            </a:extLst>
          </p:cNvPr>
          <p:cNvGrpSpPr/>
          <p:nvPr/>
        </p:nvGrpSpPr>
        <p:grpSpPr>
          <a:xfrm>
            <a:off x="1593130" y="3528179"/>
            <a:ext cx="5043340" cy="307777"/>
            <a:chOff x="1593130" y="3528179"/>
            <a:chExt cx="5043340" cy="307777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AD91A0C-E6E3-A9B8-B277-B19A0CF37FB3}"/>
                </a:ext>
              </a:extLst>
            </p:cNvPr>
            <p:cNvSpPr/>
            <p:nvPr/>
          </p:nvSpPr>
          <p:spPr>
            <a:xfrm>
              <a:off x="1593130" y="3580124"/>
              <a:ext cx="3181715" cy="2038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4861AD-9391-0AD3-D124-A0B19DA2B91F}"/>
                </a:ext>
              </a:extLst>
            </p:cNvPr>
            <p:cNvSpPr txBox="1"/>
            <p:nvPr/>
          </p:nvSpPr>
          <p:spPr>
            <a:xfrm>
              <a:off x="5176887" y="3528179"/>
              <a:ext cx="1459583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커맨드 명령어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C2ED1274-D487-23B0-06AA-9659D02F362A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>
              <a:off x="4774845" y="3682068"/>
              <a:ext cx="40204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699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35F9C-2D35-7039-3EF5-DC13C8CF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Hook </a:t>
            </a:r>
            <a:r>
              <a:rPr lang="ko-KR" altLang="en-US" dirty="0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9635D8-8CE4-377B-8FF9-0F3163EDB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47" y="1857748"/>
            <a:ext cx="6836024" cy="43434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EDE673-4688-C19D-96E5-F02519932526}"/>
              </a:ext>
            </a:extLst>
          </p:cNvPr>
          <p:cNvSpPr txBox="1"/>
          <p:nvPr/>
        </p:nvSpPr>
        <p:spPr>
          <a:xfrm>
            <a:off x="7164371" y="1857748"/>
            <a:ext cx="4835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200" dirty="0"/>
              <a:t>현재 목록을 보여줘 </a:t>
            </a:r>
            <a:endParaRPr lang="en-US" altLang="ko-KR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200" dirty="0"/>
              <a:t>Claude </a:t>
            </a:r>
            <a:r>
              <a:rPr lang="ko-KR" altLang="en-US" sz="1200" dirty="0"/>
              <a:t>내부 </a:t>
            </a:r>
            <a:r>
              <a:rPr lang="en-US" altLang="ko-KR" sz="1200" dirty="0"/>
              <a:t>( ls –al Bash</a:t>
            </a:r>
            <a:r>
              <a:rPr lang="ko-KR" altLang="en-US" sz="1200" dirty="0"/>
              <a:t>명령 수행</a:t>
            </a:r>
            <a:r>
              <a:rPr lang="en-US" altLang="ko-KR" sz="1200" dirty="0"/>
              <a:t>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200" dirty="0"/>
              <a:t>실행 전 </a:t>
            </a:r>
            <a:r>
              <a:rPr lang="en-US" altLang="ko-KR" sz="1200" dirty="0"/>
              <a:t>./hook-test.txt</a:t>
            </a:r>
            <a:r>
              <a:rPr lang="ko-KR" altLang="en-US" sz="1200" dirty="0"/>
              <a:t> 파일 생성 및 </a:t>
            </a:r>
            <a:br>
              <a:rPr lang="en-US" altLang="ko-KR" sz="1200" dirty="0"/>
            </a:br>
            <a:r>
              <a:rPr lang="en-US" altLang="ko-KR" sz="1200" dirty="0"/>
              <a:t>Bash</a:t>
            </a:r>
            <a:r>
              <a:rPr lang="ko-KR" altLang="en-US" sz="1200" dirty="0"/>
              <a:t> 명령어 실행마다 </a:t>
            </a:r>
            <a:r>
              <a:rPr lang="en-US" altLang="ko-KR" sz="1200" dirty="0"/>
              <a:t>“</a:t>
            </a:r>
            <a:r>
              <a:rPr lang="ko-KR" altLang="en-US" sz="1200" dirty="0"/>
              <a:t>테스트 훅</a:t>
            </a:r>
            <a:r>
              <a:rPr lang="en-US" altLang="ko-KR" sz="1200" dirty="0"/>
              <a:t>!” </a:t>
            </a:r>
            <a:r>
              <a:rPr lang="ko-KR" altLang="en-US" sz="1200" dirty="0"/>
              <a:t>문자열  </a:t>
            </a:r>
            <a:r>
              <a:rPr lang="en-US" altLang="ko-KR" sz="1200" dirty="0"/>
              <a:t>Append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7F1812-9A91-21C7-2A26-FD2DE0434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302" y="2993799"/>
            <a:ext cx="1705213" cy="1409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7B3EC6-C088-78CB-A718-6FF1A97F2FEE}"/>
              </a:ext>
            </a:extLst>
          </p:cNvPr>
          <p:cNvSpPr txBox="1"/>
          <p:nvPr/>
        </p:nvSpPr>
        <p:spPr>
          <a:xfrm>
            <a:off x="7268066" y="4515439"/>
            <a:ext cx="378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테스트 훅 결과</a:t>
            </a:r>
          </a:p>
        </p:txBody>
      </p:sp>
    </p:spTree>
    <p:extLst>
      <p:ext uri="{BB962C8B-B14F-4D97-AF65-F5344CB8AC3E}">
        <p14:creationId xmlns:p14="http://schemas.microsoft.com/office/powerpoint/2010/main" val="6322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BE6CC-7A1B-1FAA-88F3-CF6260F7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자주 사용하는 훅 이벤트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7332E52-8AB6-4E89-286E-360002CAE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51" t="23917" r="26237" b="15601"/>
          <a:stretch>
            <a:fillRect/>
          </a:stretch>
        </p:blipFill>
        <p:spPr>
          <a:xfrm>
            <a:off x="1187776" y="1894787"/>
            <a:ext cx="6146277" cy="41477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048955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</TotalTime>
  <Words>275</Words>
  <Application>Microsoft Office PowerPoint</Application>
  <PresentationFormat>와이드스크린</PresentationFormat>
  <Paragraphs>26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Wingdings</vt:lpstr>
      <vt:lpstr>추억</vt:lpstr>
      <vt:lpstr>Claude Hook</vt:lpstr>
      <vt:lpstr>Claude Code Hook이란?</vt:lpstr>
      <vt:lpstr>Hooks 생성 방법 -1</vt:lpstr>
      <vt:lpstr>Hooks 생성 방법 -2</vt:lpstr>
      <vt:lpstr>Hook 테스트</vt:lpstr>
      <vt:lpstr>자주 사용하는 훅 이벤트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8</cp:revision>
  <dcterms:created xsi:type="dcterms:W3CDTF">2026-06-30T07:00:41Z</dcterms:created>
  <dcterms:modified xsi:type="dcterms:W3CDTF">2026-06-30T07:38:52Z</dcterms:modified>
</cp:coreProperties>
</file>