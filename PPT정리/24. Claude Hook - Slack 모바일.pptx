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3F134-8250-4CE5-BB54-23FF06B217B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056D2-DD9D-4B88-9FB2-B426C915FC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74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056D2-DD9D-4B88-9FB2-B426C915FCB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034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108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142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32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96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86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86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79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80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938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70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47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D594D2-EEA2-4DC9-8E1A-2F4E32CED18A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16E2A8C-3952-40F2-AD02-C7B97D2CCFA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70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100B5-E707-237D-1A80-23A629026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Claude Hook</a:t>
            </a:r>
            <a:r>
              <a:rPr lang="ko-KR" altLang="en-US" sz="4400" dirty="0"/>
              <a:t>으로 </a:t>
            </a:r>
            <a:r>
              <a:rPr lang="en-US" altLang="ko-KR" sz="4400" dirty="0"/>
              <a:t>Slack </a:t>
            </a:r>
            <a:r>
              <a:rPr lang="ko-KR" altLang="en-US" sz="4400" dirty="0"/>
              <a:t>모바일 알림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A0F594-4FB6-3165-A0D5-6B5026C7AC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90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5DB52-2CE6-A9A4-7164-53D5241BD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 err="1"/>
              <a:t>클로드코드</a:t>
            </a:r>
            <a:r>
              <a:rPr lang="ko-KR" altLang="en-US" sz="3600" dirty="0"/>
              <a:t> 훅 </a:t>
            </a:r>
            <a:r>
              <a:rPr lang="en-US" altLang="ko-KR" sz="3600" dirty="0"/>
              <a:t>– </a:t>
            </a:r>
            <a:r>
              <a:rPr lang="ko-KR" altLang="en-US" sz="3600" dirty="0" err="1"/>
              <a:t>슬랙</a:t>
            </a:r>
            <a:r>
              <a:rPr lang="ko-KR" altLang="en-US" sz="3600" dirty="0"/>
              <a:t> 웹 훅 알림 요청 프롬프트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59D731-5FCC-9331-0DA2-6EC905974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85" r="25464" b="43230"/>
          <a:stretch>
            <a:fillRect/>
          </a:stretch>
        </p:blipFill>
        <p:spPr>
          <a:xfrm>
            <a:off x="1097281" y="1904215"/>
            <a:ext cx="4789594" cy="321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3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8C9C4-E1EE-AC04-9002-EB78D75D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클로드</a:t>
            </a:r>
            <a:r>
              <a:rPr lang="ko-KR" altLang="en-US" dirty="0"/>
              <a:t> 훅 질의에 답하기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433B57-E13A-7C37-2B65-3A7F007F1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52" y="1866642"/>
            <a:ext cx="10982227" cy="2026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5FA94E-4FF8-8370-FB65-2CAA1C1115DD}"/>
              </a:ext>
            </a:extLst>
          </p:cNvPr>
          <p:cNvSpPr txBox="1"/>
          <p:nvPr/>
        </p:nvSpPr>
        <p:spPr>
          <a:xfrm>
            <a:off x="791852" y="4044099"/>
            <a:ext cx="10982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Claude</a:t>
            </a:r>
            <a:r>
              <a:rPr lang="ko-KR" altLang="en-US" sz="1200" dirty="0"/>
              <a:t> </a:t>
            </a:r>
            <a:r>
              <a:rPr lang="en-US" altLang="ko-KR" sz="1200" dirty="0"/>
              <a:t>hook</a:t>
            </a:r>
            <a:r>
              <a:rPr lang="ko-KR" altLang="en-US" sz="1200" dirty="0"/>
              <a:t>과 </a:t>
            </a:r>
            <a:r>
              <a:rPr lang="en-US" altLang="ko-KR" sz="1200" dirty="0"/>
              <a:t>Slack Web Hook</a:t>
            </a:r>
            <a:r>
              <a:rPr lang="ko-KR" altLang="en-US" sz="1200" dirty="0"/>
              <a:t>을 연동하기 위한 정보를 요청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Slack </a:t>
            </a:r>
            <a:r>
              <a:rPr lang="en-US" altLang="ko-KR" sz="1200" dirty="0" err="1"/>
              <a:t>Incomming</a:t>
            </a:r>
            <a:r>
              <a:rPr lang="en-US" altLang="ko-KR" sz="1200" dirty="0"/>
              <a:t> Webhook URL </a:t>
            </a:r>
            <a:r>
              <a:rPr lang="ko-KR" altLang="en-US" sz="1200" dirty="0"/>
              <a:t>존재 여부 </a:t>
            </a:r>
            <a:r>
              <a:rPr lang="en-US" altLang="ko-KR" sz="1200" dirty="0">
                <a:sym typeface="Wingdings" panose="05000000000000000000" pitchFamily="2" charset="2"/>
              </a:rPr>
              <a:t> Slack </a:t>
            </a:r>
            <a:r>
              <a:rPr lang="ko-KR" altLang="en-US" sz="1200" dirty="0">
                <a:sym typeface="Wingdings" panose="05000000000000000000" pitchFamily="2" charset="2"/>
              </a:rPr>
              <a:t>관련 </a:t>
            </a:r>
            <a:r>
              <a:rPr lang="en-US" altLang="ko-KR" sz="1200" dirty="0">
                <a:sym typeface="Wingdings" panose="05000000000000000000" pitchFamily="2" charset="2"/>
              </a:rPr>
              <a:t>Webhook </a:t>
            </a:r>
            <a:r>
              <a:rPr lang="en-US" altLang="ko-KR" sz="1200" dirty="0" err="1">
                <a:sym typeface="Wingdings" panose="05000000000000000000" pitchFamily="2" charset="2"/>
              </a:rPr>
              <a:t>Url</a:t>
            </a:r>
            <a:r>
              <a:rPr lang="ko-KR" altLang="en-US" sz="1200" dirty="0">
                <a:sym typeface="Wingdings" panose="05000000000000000000" pitchFamily="2" charset="2"/>
              </a:rPr>
              <a:t>을 생성하지 않음</a:t>
            </a:r>
            <a:r>
              <a:rPr lang="en-US" altLang="ko-KR" sz="1200" dirty="0">
                <a:sym typeface="Wingdings" panose="05000000000000000000" pitchFamily="2" charset="2"/>
              </a:rPr>
              <a:t>.(</a:t>
            </a:r>
            <a:r>
              <a:rPr lang="ko-KR" altLang="en-US" sz="1200" dirty="0">
                <a:sym typeface="Wingdings" panose="05000000000000000000" pitchFamily="2" charset="2"/>
              </a:rPr>
              <a:t>선택</a:t>
            </a:r>
            <a:r>
              <a:rPr lang="en-US" altLang="ko-KR" sz="1200" dirty="0">
                <a:sym typeface="Wingdings" panose="05000000000000000000" pitchFamily="2" charset="2"/>
              </a:rPr>
              <a:t>)</a:t>
            </a:r>
          </a:p>
          <a:p>
            <a:pPr marL="228600" indent="-228600">
              <a:buAutoNum type="arabicPeriod"/>
            </a:pPr>
            <a:r>
              <a:rPr lang="en-US" altLang="ko-KR" sz="1200" dirty="0">
                <a:sym typeface="Wingdings" panose="05000000000000000000" pitchFamily="2" charset="2"/>
              </a:rPr>
              <a:t>URL </a:t>
            </a:r>
            <a:r>
              <a:rPr lang="ko-KR" altLang="en-US" sz="1200" dirty="0">
                <a:sym typeface="Wingdings" panose="05000000000000000000" pitchFamily="2" charset="2"/>
              </a:rPr>
              <a:t>보안 </a:t>
            </a:r>
            <a:r>
              <a:rPr lang="en-US" altLang="ko-KR" sz="1200" dirty="0">
                <a:sym typeface="Wingdings" panose="05000000000000000000" pitchFamily="2" charset="2"/>
              </a:rPr>
              <a:t>  Slack </a:t>
            </a:r>
            <a:r>
              <a:rPr lang="en-US" altLang="ko-KR" sz="1200" dirty="0" err="1">
                <a:sym typeface="Wingdings" panose="05000000000000000000" pitchFamily="2" charset="2"/>
              </a:rPr>
              <a:t>WebHook</a:t>
            </a:r>
            <a:r>
              <a:rPr lang="en-US" altLang="ko-KR" sz="1200" dirty="0">
                <a:sym typeface="Wingdings" panose="05000000000000000000" pitchFamily="2" charset="2"/>
              </a:rPr>
              <a:t> URL </a:t>
            </a:r>
            <a:r>
              <a:rPr lang="ko-KR" altLang="en-US" sz="1200" dirty="0">
                <a:sym typeface="Wingdings" panose="05000000000000000000" pitchFamily="2" charset="2"/>
              </a:rPr>
              <a:t>을 환경변수로 관리 </a:t>
            </a:r>
            <a:r>
              <a:rPr lang="en-US" altLang="ko-KR" sz="1200" dirty="0"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sym typeface="Wingdings" panose="05000000000000000000" pitchFamily="2" charset="2"/>
              </a:rPr>
              <a:t>선택</a:t>
            </a:r>
            <a:r>
              <a:rPr lang="en-US" altLang="ko-KR" sz="1200" dirty="0">
                <a:sym typeface="Wingdings" panose="05000000000000000000" pitchFamily="2" charset="2"/>
              </a:rPr>
              <a:t>)</a:t>
            </a:r>
          </a:p>
          <a:p>
            <a:endParaRPr lang="en-US" altLang="ko-KR" sz="1200" dirty="0">
              <a:sym typeface="Wingdings" panose="05000000000000000000" pitchFamily="2" charset="2"/>
            </a:endParaRPr>
          </a:p>
          <a:p>
            <a:r>
              <a:rPr lang="en-US" altLang="ko-KR" sz="1200" dirty="0">
                <a:sym typeface="Wingdings" panose="05000000000000000000" pitchFamily="2" charset="2"/>
              </a:rPr>
              <a:t>※ </a:t>
            </a:r>
            <a:r>
              <a:rPr lang="ko-KR" altLang="en-US" sz="1200" dirty="0">
                <a:sym typeface="Wingdings" panose="05000000000000000000" pitchFamily="2" charset="2"/>
              </a:rPr>
              <a:t>상황에 따라 맞는 설정을 선택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br>
              <a:rPr lang="en-US" altLang="ko-KR" sz="1200" dirty="0">
                <a:sym typeface="Wingdings" panose="05000000000000000000" pitchFamily="2" charset="2"/>
              </a:rPr>
            </a:b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0724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BD508-C86C-80A4-0040-BBF9CACC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 확인 및 수락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53D781-6EDD-EBF1-EC6B-D873D8DF5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1923068"/>
            <a:ext cx="6304542" cy="4350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D84770-1E3E-488D-61E0-584B710B6423}"/>
              </a:ext>
            </a:extLst>
          </p:cNvPr>
          <p:cNvSpPr txBox="1"/>
          <p:nvPr/>
        </p:nvSpPr>
        <p:spPr>
          <a:xfrm>
            <a:off x="6617616" y="1923068"/>
            <a:ext cx="48076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/>
              <a:t>계획 모드로 요청한 </a:t>
            </a:r>
            <a:r>
              <a:rPr lang="en-US" altLang="ko-KR" sz="1200" dirty="0"/>
              <a:t>Claude hook – Slack Web Hook </a:t>
            </a:r>
            <a:r>
              <a:rPr lang="ko-KR" altLang="en-US" sz="1200" dirty="0"/>
              <a:t>연동 코드 생성 절차를 확인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문제 없을 시 생성 요청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8281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111B1-205E-80B4-9881-B0E928C2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 뜯어보기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D7417C-53D7-DF05-DC1B-880305CBC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49" y="2773777"/>
            <a:ext cx="4171849" cy="10224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E815903-D41B-2F02-6748-F21928EC4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49" y="1860226"/>
            <a:ext cx="5439534" cy="7906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5FB4D1-1DF2-3C6A-92D8-E5BB4616F77B}"/>
              </a:ext>
            </a:extLst>
          </p:cNvPr>
          <p:cNvSpPr txBox="1"/>
          <p:nvPr/>
        </p:nvSpPr>
        <p:spPr>
          <a:xfrm>
            <a:off x="5960883" y="1860226"/>
            <a:ext cx="547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200" dirty="0"/>
              <a:t>경로를 보니 요청 잘못됨 </a:t>
            </a:r>
            <a:r>
              <a:rPr lang="en-US" altLang="ko-KR" sz="1200" dirty="0"/>
              <a:t>Project Scope</a:t>
            </a:r>
            <a:r>
              <a:rPr lang="ko-KR" altLang="en-US" sz="1200" dirty="0"/>
              <a:t>로 변경해달라고 </a:t>
            </a:r>
            <a:r>
              <a:rPr lang="en-US" altLang="ko-KR" sz="1200" dirty="0"/>
              <a:t>Prompt </a:t>
            </a:r>
            <a:r>
              <a:rPr lang="ko-KR" altLang="en-US" sz="1200" dirty="0"/>
              <a:t>요청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732A0DE-B122-C562-B6C3-B81635357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49" y="3943387"/>
            <a:ext cx="2419688" cy="32389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5706AD8-352C-048C-FB82-C5B41820D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9591" y="3899906"/>
            <a:ext cx="5174498" cy="23341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CA338FF-D834-B712-4A9F-BD823D46E255}"/>
              </a:ext>
            </a:extLst>
          </p:cNvPr>
          <p:cNvSpPr txBox="1"/>
          <p:nvPr/>
        </p:nvSpPr>
        <p:spPr>
          <a:xfrm>
            <a:off x="8274089" y="3899906"/>
            <a:ext cx="39179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ym typeface="Wingdings" panose="05000000000000000000" pitchFamily="2" charset="2"/>
              </a:rPr>
              <a:t> Command</a:t>
            </a:r>
            <a:r>
              <a:rPr lang="ko-KR" altLang="en-US" sz="1100" dirty="0">
                <a:sym typeface="Wingdings" panose="05000000000000000000" pitchFamily="2" charset="2"/>
              </a:rPr>
              <a:t> 를 통한 </a:t>
            </a:r>
            <a:r>
              <a:rPr lang="en-US" altLang="ko-KR" sz="1100" dirty="0">
                <a:sym typeface="Wingdings" panose="05000000000000000000" pitchFamily="2" charset="2"/>
              </a:rPr>
              <a:t>Slack Hook</a:t>
            </a:r>
            <a:r>
              <a:rPr lang="ko-KR" altLang="en-US" sz="1100" dirty="0">
                <a:sym typeface="Wingdings" panose="05000000000000000000" pitchFamily="2" charset="2"/>
              </a:rPr>
              <a:t>에 메시지 전달 </a:t>
            </a:r>
            <a:r>
              <a:rPr lang="en-US" altLang="ko-KR" sz="1100" dirty="0">
                <a:sym typeface="Wingdings" panose="05000000000000000000" pitchFamily="2" charset="2"/>
              </a:rPr>
              <a:t>PS </a:t>
            </a:r>
            <a:r>
              <a:rPr lang="ko-KR" altLang="en-US" sz="1100" dirty="0">
                <a:sym typeface="Wingdings" panose="05000000000000000000" pitchFamily="2" charset="2"/>
              </a:rPr>
              <a:t>프로그램 </a:t>
            </a:r>
            <a:br>
              <a:rPr lang="en-US" altLang="ko-KR" sz="1100" dirty="0">
                <a:sym typeface="Wingdings" panose="05000000000000000000" pitchFamily="2" charset="2"/>
              </a:rPr>
            </a:br>
            <a:r>
              <a:rPr lang="en-US" altLang="ko-KR" sz="1100" dirty="0">
                <a:sym typeface="Wingdings" panose="05000000000000000000" pitchFamily="2" charset="2"/>
              </a:rPr>
              <a:t>    </a:t>
            </a:r>
            <a:r>
              <a:rPr lang="ko-KR" altLang="en-US" sz="1100" dirty="0">
                <a:sym typeface="Wingdings" panose="05000000000000000000" pitchFamily="2" charset="2"/>
              </a:rPr>
              <a:t>작성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4844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89DB3-E38F-D5F0-C2C8-EEF14B75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 뜯어보기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1972E6-80E1-DC24-97BF-AC2579D74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2618"/>
            <a:ext cx="3334215" cy="7811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3A9C5-4FAB-D6F1-CBCD-370E535A9D6B}"/>
              </a:ext>
            </a:extLst>
          </p:cNvPr>
          <p:cNvSpPr txBox="1"/>
          <p:nvPr/>
        </p:nvSpPr>
        <p:spPr>
          <a:xfrm>
            <a:off x="4666268" y="1982618"/>
            <a:ext cx="6890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ym typeface="Wingdings" panose="05000000000000000000" pitchFamily="2" charset="2"/>
              </a:rPr>
              <a:t> Project Scope</a:t>
            </a:r>
            <a:r>
              <a:rPr lang="ko-KR" altLang="en-US" sz="1200" dirty="0">
                <a:sym typeface="Wingdings" panose="05000000000000000000" pitchFamily="2" charset="2"/>
              </a:rPr>
              <a:t>로 변경했음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.</a:t>
            </a:r>
            <a:r>
              <a:rPr lang="en-US" altLang="ko-KR" sz="1200" dirty="0" err="1">
                <a:sym typeface="Wingdings" panose="05000000000000000000" pitchFamily="2" charset="2"/>
              </a:rPr>
              <a:t>cluade</a:t>
            </a:r>
            <a:r>
              <a:rPr lang="en-US" altLang="ko-KR" sz="1200" dirty="0">
                <a:sym typeface="Wingdings" panose="05000000000000000000" pitchFamily="2" charset="2"/>
              </a:rPr>
              <a:t>/</a:t>
            </a:r>
            <a:r>
              <a:rPr lang="en-US" altLang="ko-KR" sz="1200" dirty="0" err="1">
                <a:sym typeface="Wingdings" panose="05000000000000000000" pitchFamily="2" charset="2"/>
              </a:rPr>
              <a:t>settings.json</a:t>
            </a:r>
            <a:r>
              <a:rPr lang="en-US" altLang="ko-KR" sz="1200" dirty="0"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sym typeface="Wingdings" panose="05000000000000000000" pitchFamily="2" charset="2"/>
              </a:rPr>
              <a:t>에 </a:t>
            </a:r>
            <a:r>
              <a:rPr lang="en-US" altLang="ko-KR" sz="1200" dirty="0">
                <a:sym typeface="Wingdings" panose="05000000000000000000" pitchFamily="2" charset="2"/>
              </a:rPr>
              <a:t>Hook </a:t>
            </a:r>
            <a:r>
              <a:rPr lang="ko-KR" altLang="en-US" sz="1200" dirty="0">
                <a:sym typeface="Wingdings" panose="05000000000000000000" pitchFamily="2" charset="2"/>
              </a:rPr>
              <a:t>정보와 </a:t>
            </a:r>
            <a:r>
              <a:rPr lang="en-US" altLang="ko-KR" sz="1200" dirty="0">
                <a:sym typeface="Wingdings" panose="05000000000000000000" pitchFamily="2" charset="2"/>
              </a:rPr>
              <a:t>Slack Hook URL </a:t>
            </a:r>
            <a:r>
              <a:rPr lang="ko-KR" altLang="en-US" sz="1200" dirty="0">
                <a:sym typeface="Wingdings" panose="05000000000000000000" pitchFamily="2" charset="2"/>
              </a:rPr>
              <a:t>정보추가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F9BEEC-C136-E34B-E81F-8C940C27F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02214"/>
            <a:ext cx="6949075" cy="343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57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899C4-15C2-89C7-AA79-414773F0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Slack Hook URL </a:t>
            </a:r>
            <a:r>
              <a:rPr lang="ko-KR" altLang="en-US" dirty="0"/>
              <a:t>발급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691D5C-3912-B43E-AA1F-F643BEC981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958" b="45030"/>
          <a:stretch>
            <a:fillRect/>
          </a:stretch>
        </p:blipFill>
        <p:spPr>
          <a:xfrm>
            <a:off x="339779" y="1864099"/>
            <a:ext cx="6504411" cy="38485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2B81E9-7326-4E25-6D23-B403435146EB}"/>
              </a:ext>
            </a:extLst>
          </p:cNvPr>
          <p:cNvSpPr txBox="1"/>
          <p:nvPr/>
        </p:nvSpPr>
        <p:spPr>
          <a:xfrm>
            <a:off x="6947555" y="1864098"/>
            <a:ext cx="49046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/>
              <a:t>Slack </a:t>
            </a:r>
            <a:r>
              <a:rPr lang="ko-KR" altLang="en-US" sz="1400" dirty="0"/>
              <a:t>가입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Slack </a:t>
            </a:r>
            <a:r>
              <a:rPr lang="en-US" altLang="ko-KR" sz="1400" dirty="0" err="1"/>
              <a:t>WorkSpace</a:t>
            </a:r>
            <a:r>
              <a:rPr lang="en-US" altLang="ko-KR" sz="1400" dirty="0"/>
              <a:t> </a:t>
            </a:r>
            <a:r>
              <a:rPr lang="ko-KR" altLang="en-US" sz="1400" dirty="0"/>
              <a:t>생성</a:t>
            </a:r>
            <a:r>
              <a:rPr lang="en-US" altLang="ko-KR" sz="14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/>
              <a:t>채널 추가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en-US" altLang="ko-KR" sz="1400" dirty="0" err="1">
                <a:sym typeface="Wingdings" panose="05000000000000000000" pitchFamily="2" charset="2"/>
              </a:rPr>
              <a:t>claude</a:t>
            </a:r>
            <a:r>
              <a:rPr lang="en-US" altLang="ko-KR" sz="1400" dirty="0">
                <a:sym typeface="Wingdings" panose="05000000000000000000" pitchFamily="2" charset="2"/>
              </a:rPr>
              <a:t>-code-message </a:t>
            </a:r>
            <a:r>
              <a:rPr lang="ko-KR" altLang="en-US" sz="1400" dirty="0">
                <a:sym typeface="Wingdings" panose="05000000000000000000" pitchFamily="2" charset="2"/>
              </a:rPr>
              <a:t>채널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생성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더 보기</a:t>
            </a:r>
            <a:r>
              <a:rPr lang="en-US" altLang="ko-KR" sz="1400" dirty="0"/>
              <a:t>(…)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도구 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6DFB51-38DE-89A1-F7CF-CE158F22D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555" y="2804713"/>
            <a:ext cx="2573517" cy="19704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62E1E2-710D-E4BF-A666-A05D98722240}"/>
              </a:ext>
            </a:extLst>
          </p:cNvPr>
          <p:cNvSpPr txBox="1"/>
          <p:nvPr/>
        </p:nvSpPr>
        <p:spPr>
          <a:xfrm>
            <a:off x="6947555" y="4854804"/>
            <a:ext cx="49046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5. </a:t>
            </a:r>
            <a:r>
              <a:rPr lang="ko-KR" altLang="en-US" sz="1400" dirty="0"/>
              <a:t>앱 선택</a:t>
            </a:r>
            <a:endParaRPr lang="en-US" altLang="ko-KR" sz="1400" dirty="0"/>
          </a:p>
          <a:p>
            <a:r>
              <a:rPr lang="en-US" altLang="ko-KR" sz="1400" dirty="0"/>
              <a:t>6. incoming-webhook </a:t>
            </a:r>
            <a:r>
              <a:rPr lang="ko-KR" altLang="en-US" sz="1400" dirty="0"/>
              <a:t>설치</a:t>
            </a:r>
            <a:endParaRPr lang="en-US" altLang="ko-KR" sz="1400" dirty="0"/>
          </a:p>
          <a:p>
            <a:r>
              <a:rPr lang="en-US" altLang="ko-KR" sz="1400" dirty="0"/>
              <a:t>7. </a:t>
            </a:r>
            <a:r>
              <a:rPr lang="ko-KR" altLang="en-US" sz="1400" dirty="0"/>
              <a:t>모든 권한 보기 클릭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FA148A4-FE17-B169-9E27-5B3EE78F6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57" y="4854805"/>
            <a:ext cx="1810544" cy="4118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45BE780-EC0B-ADFC-38A5-6B8AEE1B2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555" y="5682249"/>
            <a:ext cx="3835670" cy="8891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672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BC964-7682-DF90-1B6F-DD6FD0C2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Slack Hook URL </a:t>
            </a:r>
            <a:r>
              <a:rPr lang="ko-KR" altLang="en-US" dirty="0"/>
              <a:t>발급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DBD81F-8FA6-0203-F5CE-9386D0B28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4" y="1842411"/>
            <a:ext cx="6760225" cy="39631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76201-ABB1-1E07-2FDE-14AFDF762A30}"/>
              </a:ext>
            </a:extLst>
          </p:cNvPr>
          <p:cNvSpPr txBox="1"/>
          <p:nvPr/>
        </p:nvSpPr>
        <p:spPr>
          <a:xfrm>
            <a:off x="7088957" y="1838227"/>
            <a:ext cx="4920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8. Slack</a:t>
            </a:r>
            <a:r>
              <a:rPr lang="ko-KR" altLang="en-US" sz="1400" dirty="0"/>
              <a:t>에 추가 버튼 클릭</a:t>
            </a:r>
            <a:endParaRPr lang="en-US" altLang="ko-KR" sz="1400" dirty="0"/>
          </a:p>
          <a:p>
            <a:r>
              <a:rPr lang="en-US" altLang="ko-KR" sz="1400" dirty="0"/>
              <a:t>9. </a:t>
            </a:r>
            <a:r>
              <a:rPr lang="ko-KR" altLang="en-US" sz="1400" dirty="0"/>
              <a:t>채널 선택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752FAF-8166-4A58-BF36-EAA1DB833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131" y="2462314"/>
            <a:ext cx="5681679" cy="18469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22730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407EC-82B9-1DB6-90AD-1FDAF463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Slack Hook URL </a:t>
            </a:r>
            <a:r>
              <a:rPr lang="ko-KR" altLang="en-US" dirty="0"/>
              <a:t>발급 </a:t>
            </a:r>
            <a:r>
              <a:rPr lang="en-US" altLang="ko-KR" dirty="0"/>
              <a:t>-3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26B1FD-B49B-E49B-2217-32CE6CEC9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4789"/>
            <a:ext cx="6698177" cy="35155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5E83C0-ABBD-3C7C-B120-EBB0EA6F9744}"/>
              </a:ext>
            </a:extLst>
          </p:cNvPr>
          <p:cNvSpPr txBox="1"/>
          <p:nvPr/>
        </p:nvSpPr>
        <p:spPr>
          <a:xfrm>
            <a:off x="7880808" y="1857080"/>
            <a:ext cx="4006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웹 </a:t>
            </a:r>
            <a:r>
              <a:rPr lang="ko-KR" altLang="en-US" sz="1400" dirty="0" err="1"/>
              <a:t>후크</a:t>
            </a:r>
            <a:r>
              <a:rPr lang="ko-KR" altLang="en-US" sz="1400" dirty="0"/>
              <a:t> </a:t>
            </a:r>
            <a:r>
              <a:rPr lang="en-US" altLang="ko-KR" sz="1400" dirty="0"/>
              <a:t>URL </a:t>
            </a:r>
            <a:r>
              <a:rPr lang="ko-KR" altLang="en-US" sz="1400" dirty="0"/>
              <a:t>확인 및 해당 </a:t>
            </a:r>
            <a:r>
              <a:rPr lang="en-US" altLang="ko-KR" sz="1400" dirty="0"/>
              <a:t>URL </a:t>
            </a:r>
            <a:r>
              <a:rPr lang="en-US" altLang="ko-KR" sz="1400" dirty="0" err="1"/>
              <a:t>settings.json</a:t>
            </a:r>
            <a:r>
              <a:rPr lang="ko-KR" altLang="en-US" sz="1400" dirty="0"/>
              <a:t>에 설정</a:t>
            </a:r>
          </a:p>
        </p:txBody>
      </p:sp>
    </p:spTree>
    <p:extLst>
      <p:ext uri="{BB962C8B-B14F-4D97-AF65-F5344CB8AC3E}">
        <p14:creationId xmlns:p14="http://schemas.microsoft.com/office/powerpoint/2010/main" val="606293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075F9-5AE7-D0E6-4035-CE447C2F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Slack Hook Web URL </a:t>
            </a:r>
            <a:r>
              <a:rPr lang="ko-KR" altLang="en-US" dirty="0"/>
              <a:t>테스트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0198F-C812-0202-CCE1-CCD796CCC51C}"/>
              </a:ext>
            </a:extLst>
          </p:cNvPr>
          <p:cNvSpPr txBox="1"/>
          <p:nvPr/>
        </p:nvSpPr>
        <p:spPr>
          <a:xfrm>
            <a:off x="1073713" y="1761994"/>
            <a:ext cx="10105534" cy="422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C0EBEB-F4A5-5C31-3266-BA3C09785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11" y="1894788"/>
            <a:ext cx="5255626" cy="16025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6EEED6-8996-CA4A-5AFF-6EB9E7F18E28}"/>
              </a:ext>
            </a:extLst>
          </p:cNvPr>
          <p:cNvSpPr txBox="1"/>
          <p:nvPr/>
        </p:nvSpPr>
        <p:spPr>
          <a:xfrm>
            <a:off x="6561056" y="1894788"/>
            <a:ext cx="5052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터미널에서 해당 </a:t>
            </a:r>
            <a:r>
              <a:rPr lang="en-US" altLang="ko-KR" sz="1200" dirty="0"/>
              <a:t>curl </a:t>
            </a:r>
            <a:r>
              <a:rPr lang="ko-KR" altLang="en-US" sz="1200" dirty="0"/>
              <a:t>명령어 실행 </a:t>
            </a:r>
            <a:r>
              <a:rPr lang="en-US" altLang="ko-KR" sz="1200" dirty="0"/>
              <a:t>#my-channel</a:t>
            </a:r>
            <a:r>
              <a:rPr lang="ko-KR" altLang="en-US" sz="1200" dirty="0"/>
              <a:t>은 생성한 채널명으로 변경</a:t>
            </a:r>
            <a:r>
              <a:rPr lang="en-US" altLang="ko-KR" sz="1200" dirty="0"/>
              <a:t>.</a:t>
            </a:r>
          </a:p>
          <a:p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B51A54-7FAD-F918-3235-6C0FFD434BEA}"/>
              </a:ext>
            </a:extLst>
          </p:cNvPr>
          <p:cNvSpPr txBox="1"/>
          <p:nvPr/>
        </p:nvSpPr>
        <p:spPr>
          <a:xfrm>
            <a:off x="1223311" y="5745947"/>
            <a:ext cx="8913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Power Shell Curl </a:t>
            </a:r>
            <a:r>
              <a:rPr lang="ko-KR" altLang="en-US" sz="1100" dirty="0"/>
              <a:t>명령 수행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0F5DEB-0A70-FAA8-0B55-7720B1651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311" y="3615994"/>
            <a:ext cx="7744906" cy="210531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D63690C-DA0F-FB1A-BB5F-32687E21EE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405"/>
          <a:stretch>
            <a:fillRect/>
          </a:stretch>
        </p:blipFill>
        <p:spPr>
          <a:xfrm>
            <a:off x="8968217" y="3615994"/>
            <a:ext cx="3050618" cy="91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85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D50A4-CF1D-E85F-98A7-FBBB90A3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Slack Hook </a:t>
            </a:r>
            <a:r>
              <a:rPr lang="ko-KR" altLang="en-US" dirty="0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9E0832-BAE4-3795-7093-7A11BC915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17" y="1918253"/>
            <a:ext cx="4263261" cy="32023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372E85-BA0C-DC41-6522-1DEFB2384B2B}"/>
              </a:ext>
            </a:extLst>
          </p:cNvPr>
          <p:cNvSpPr txBox="1"/>
          <p:nvPr/>
        </p:nvSpPr>
        <p:spPr>
          <a:xfrm>
            <a:off x="4939645" y="1885361"/>
            <a:ext cx="6825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파일 생성 요청 </a:t>
            </a:r>
            <a:r>
              <a:rPr lang="en-US" altLang="ko-KR" sz="1200" dirty="0"/>
              <a:t>-&gt; Claude Hook (</a:t>
            </a:r>
            <a:r>
              <a:rPr lang="ko-KR" altLang="en-US" sz="1200" dirty="0"/>
              <a:t>권한 확인</a:t>
            </a:r>
            <a:r>
              <a:rPr lang="en-US" altLang="ko-KR" sz="1200" dirty="0"/>
              <a:t>[</a:t>
            </a:r>
            <a:r>
              <a:rPr lang="ko-KR" altLang="en-US" sz="1200" dirty="0"/>
              <a:t>알림</a:t>
            </a:r>
            <a:r>
              <a:rPr lang="en-US" altLang="ko-KR" sz="1200" dirty="0"/>
              <a:t>]</a:t>
            </a:r>
            <a:r>
              <a:rPr lang="ko-KR" altLang="en-US" sz="1200" dirty="0"/>
              <a:t> </a:t>
            </a:r>
            <a:r>
              <a:rPr lang="en-US" altLang="ko-KR" sz="1200" dirty="0"/>
              <a:t>) </a:t>
            </a:r>
            <a:r>
              <a:rPr lang="ko-KR" altLang="en-US" sz="1200" dirty="0"/>
              <a:t>동작 </a:t>
            </a:r>
            <a:r>
              <a:rPr lang="en-US" altLang="ko-KR" sz="1200" dirty="0"/>
              <a:t>-&gt; </a:t>
            </a:r>
          </a:p>
          <a:p>
            <a:r>
              <a:rPr lang="ko-KR" altLang="en-US" sz="1200" dirty="0"/>
              <a:t>파일 생성</a:t>
            </a:r>
            <a:r>
              <a:rPr lang="en-US" altLang="ko-KR" sz="1200" dirty="0"/>
              <a:t> -&gt; Claude Hook(</a:t>
            </a:r>
            <a:r>
              <a:rPr lang="ko-KR" altLang="en-US" sz="1200" dirty="0"/>
              <a:t>작업완료</a:t>
            </a:r>
            <a:r>
              <a:rPr lang="en-US" altLang="ko-KR" sz="1200" dirty="0"/>
              <a:t>[</a:t>
            </a:r>
            <a:r>
              <a:rPr lang="ko-KR" altLang="en-US" sz="1200" dirty="0" err="1"/>
              <a:t>스탑</a:t>
            </a:r>
            <a:r>
              <a:rPr lang="en-US" altLang="ko-KR" sz="1200" dirty="0"/>
              <a:t>]) </a:t>
            </a:r>
            <a:r>
              <a:rPr lang="ko-KR" altLang="en-US" sz="1200" dirty="0"/>
              <a:t>동작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7D13F5C-E157-5CDE-0090-3676770C4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645" y="2495027"/>
            <a:ext cx="3869761" cy="30196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FDB1CF-BD2E-77C8-2E57-B6A4E0065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007" y="2495027"/>
            <a:ext cx="3446450" cy="19702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EA8EE51-9A49-1253-8A9F-7CA25BF225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8007" y="4465229"/>
            <a:ext cx="2790719" cy="2277484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B4C230C-7103-4927-0B64-4C1D8A5521AB}"/>
              </a:ext>
            </a:extLst>
          </p:cNvPr>
          <p:cNvCxnSpPr/>
          <p:nvPr/>
        </p:nvCxnSpPr>
        <p:spPr>
          <a:xfrm>
            <a:off x="8059918" y="4647414"/>
            <a:ext cx="749488" cy="473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21EF13BA-3E9A-9BF1-A5BE-185A89C756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6220" y="5662681"/>
            <a:ext cx="2598442" cy="121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08781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98</TotalTime>
  <Words>274</Words>
  <Application>Microsoft Office PowerPoint</Application>
  <PresentationFormat>와이드스크린</PresentationFormat>
  <Paragraphs>37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Calibri</vt:lpstr>
      <vt:lpstr>Calibri Light</vt:lpstr>
      <vt:lpstr>Wingdings</vt:lpstr>
      <vt:lpstr>추억</vt:lpstr>
      <vt:lpstr>Claude Hook으로 Slack 모바일 알림 </vt:lpstr>
      <vt:lpstr>클로드코드 훅 – 슬랙 웹 훅 알림 요청 프롬프트</vt:lpstr>
      <vt:lpstr>클로드 훅 질의에 답하기</vt:lpstr>
      <vt:lpstr>계획 확인 및 수락.</vt:lpstr>
      <vt:lpstr>계획 뜯어보기-1</vt:lpstr>
      <vt:lpstr>계획 뜯어보기-2</vt:lpstr>
      <vt:lpstr>Slack Hook URL 발급-1</vt:lpstr>
      <vt:lpstr>Slack Hook URL 발급-2</vt:lpstr>
      <vt:lpstr>Slack Hook URL 발급 -3</vt:lpstr>
      <vt:lpstr>Slack Hook Web URL 테스트</vt:lpstr>
      <vt:lpstr>Slack Hook 테스트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15</cp:revision>
  <dcterms:created xsi:type="dcterms:W3CDTF">2026-06-30T08:03:34Z</dcterms:created>
  <dcterms:modified xsi:type="dcterms:W3CDTF">2026-06-30T09:42:27Z</dcterms:modified>
</cp:coreProperties>
</file>