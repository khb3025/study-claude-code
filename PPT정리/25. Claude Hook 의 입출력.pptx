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39E-B39E-4CB8-820F-5A38ED89F2A8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47A32-29B8-45EF-B0A4-34389799E52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980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39E-B39E-4CB8-820F-5A38ED89F2A8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47A32-29B8-45EF-B0A4-34389799E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403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39E-B39E-4CB8-820F-5A38ED89F2A8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47A32-29B8-45EF-B0A4-34389799E52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888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39E-B39E-4CB8-820F-5A38ED89F2A8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47A32-29B8-45EF-B0A4-34389799E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091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39E-B39E-4CB8-820F-5A38ED89F2A8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47A32-29B8-45EF-B0A4-34389799E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165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39E-B39E-4CB8-820F-5A38ED89F2A8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47A32-29B8-45EF-B0A4-34389799E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40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39E-B39E-4CB8-820F-5A38ED89F2A8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47A32-29B8-45EF-B0A4-34389799E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14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E36239E-B39E-4CB8-820F-5A38ED89F2A8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347A32-29B8-45EF-B0A4-34389799E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649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39E-B39E-4CB8-820F-5A38ED89F2A8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47A32-29B8-45EF-B0A4-34389799E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98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39E-B39E-4CB8-820F-5A38ED89F2A8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47A32-29B8-45EF-B0A4-34389799E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74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39E-B39E-4CB8-820F-5A38ED89F2A8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47A32-29B8-45EF-B0A4-34389799E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78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E36239E-B39E-4CB8-820F-5A38ED89F2A8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347A32-29B8-45EF-B0A4-34389799E52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82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de.claude.com/docs/ko/hooks#hook-events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01B87-BBE1-6F1D-8B97-6EA38B8135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000" dirty="0"/>
              <a:t>Hook Event </a:t>
            </a:r>
            <a:r>
              <a:rPr lang="ko-KR" altLang="en-US" sz="6000" dirty="0"/>
              <a:t>입출력 제어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F9C654-5F41-C068-48FF-32F4DF5060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08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016D4-6F53-4FC0-2568-D12CE4B72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Hook </a:t>
            </a:r>
            <a:r>
              <a:rPr lang="ko-KR" altLang="en-US" dirty="0"/>
              <a:t>이벤트 입력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49A20-66A2-811A-9010-7A849E38727B}"/>
              </a:ext>
            </a:extLst>
          </p:cNvPr>
          <p:cNvSpPr txBox="1"/>
          <p:nvPr/>
        </p:nvSpPr>
        <p:spPr>
          <a:xfrm>
            <a:off x="1097280" y="1866507"/>
            <a:ext cx="1021488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hlinkClick r:id="rId2"/>
              </a:rPr>
              <a:t>https://code.claude.com/docs/ko/hooks#hook-events</a:t>
            </a:r>
            <a:endParaRPr lang="en-US" altLang="ko-KR" sz="1100" dirty="0"/>
          </a:p>
          <a:p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en-US" altLang="ko-KR" sz="1400" b="1" dirty="0"/>
              <a:t>Hook </a:t>
            </a:r>
            <a:r>
              <a:rPr lang="ko-KR" altLang="en-US" sz="1400" b="1" dirty="0"/>
              <a:t>입력</a:t>
            </a:r>
            <a:endParaRPr lang="en-US" altLang="ko-KR" sz="1400" b="1" dirty="0"/>
          </a:p>
          <a:p>
            <a:endParaRPr lang="en-US" altLang="ko-KR" sz="1100" dirty="0"/>
          </a:p>
          <a:p>
            <a:r>
              <a:rPr lang="en-US" altLang="ko-KR" sz="1100" dirty="0">
                <a:sym typeface="Wingdings" panose="05000000000000000000" pitchFamily="2" charset="2"/>
              </a:rPr>
              <a:t> </a:t>
            </a:r>
            <a:r>
              <a:rPr lang="en-US" altLang="ko-KR" sz="1100" dirty="0"/>
              <a:t>Hook</a:t>
            </a:r>
            <a:r>
              <a:rPr lang="ko-KR" altLang="en-US" sz="1100" dirty="0"/>
              <a:t>이벤트 발생 시  각 이벤트 별</a:t>
            </a:r>
            <a:r>
              <a:rPr lang="en-US" altLang="ko-KR" sz="1100" dirty="0"/>
              <a:t>,</a:t>
            </a:r>
            <a:r>
              <a:rPr lang="ko-KR" altLang="en-US" sz="1100" dirty="0"/>
              <a:t> 쉘 스크립트 또는 </a:t>
            </a:r>
            <a:r>
              <a:rPr lang="en-US" altLang="ko-KR" sz="1100" dirty="0"/>
              <a:t>PS </a:t>
            </a:r>
            <a:r>
              <a:rPr lang="ko-KR" altLang="en-US" sz="1100" dirty="0"/>
              <a:t>스크립트에</a:t>
            </a:r>
            <a:r>
              <a:rPr lang="en-US" altLang="ko-KR" sz="1100" dirty="0"/>
              <a:t> </a:t>
            </a:r>
            <a:r>
              <a:rPr lang="ko-KR" altLang="en-US" sz="1100" dirty="0"/>
              <a:t>전달하는 파라미터가 정해져 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en-US" altLang="ko-KR" sz="1100" dirty="0"/>
              <a:t>     </a:t>
            </a:r>
            <a:r>
              <a:rPr lang="ko-KR" altLang="en-US" sz="1100" dirty="0"/>
              <a:t>이벤트별 </a:t>
            </a:r>
            <a:r>
              <a:rPr lang="en-US" altLang="ko-KR" sz="1100" dirty="0"/>
              <a:t>Hook </a:t>
            </a:r>
            <a:r>
              <a:rPr lang="ko-KR" altLang="en-US" sz="1100" dirty="0"/>
              <a:t>입력 파라미터를 확인하고 해당 파라미터로 스크립트에서 파싱을 수행한다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EA6854-E4D2-F21B-5039-A641793BF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90" y="3020669"/>
            <a:ext cx="5572903" cy="21815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B3BCE4-4165-DEB2-FE26-614B9EBB25F8}"/>
              </a:ext>
            </a:extLst>
          </p:cNvPr>
          <p:cNvSpPr txBox="1"/>
          <p:nvPr/>
        </p:nvSpPr>
        <p:spPr>
          <a:xfrm>
            <a:off x="273377" y="5250730"/>
            <a:ext cx="55900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/>
              <a:t>PreToolUse</a:t>
            </a:r>
            <a:r>
              <a:rPr lang="ko-KR" altLang="en-US" sz="1100" dirty="0"/>
              <a:t> 이벤트 발생시 실행되는 </a:t>
            </a:r>
            <a:r>
              <a:rPr lang="en-US" altLang="ko-KR" sz="1100" dirty="0"/>
              <a:t>notify-slack.ps </a:t>
            </a:r>
            <a:r>
              <a:rPr lang="ko-KR" altLang="en-US" sz="1100" dirty="0"/>
              <a:t>파일 내 일부 코드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19A591C-B0F2-682B-DCCB-3C3BAD52F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248" y="2857642"/>
            <a:ext cx="4891897" cy="40003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5DA2395-1730-7158-91F2-D04687662345}"/>
              </a:ext>
            </a:extLst>
          </p:cNvPr>
          <p:cNvSpPr/>
          <p:nvPr/>
        </p:nvSpPr>
        <p:spPr>
          <a:xfrm>
            <a:off x="1480008" y="4303977"/>
            <a:ext cx="2026763" cy="2303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4CEE761-3F1F-0A52-3975-2CB4BD261773}"/>
              </a:ext>
            </a:extLst>
          </p:cNvPr>
          <p:cNvSpPr/>
          <p:nvPr/>
        </p:nvSpPr>
        <p:spPr>
          <a:xfrm>
            <a:off x="1480007" y="4534293"/>
            <a:ext cx="1404595" cy="1508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1D43163-AC81-EC6C-1338-417CC0366D6A}"/>
              </a:ext>
            </a:extLst>
          </p:cNvPr>
          <p:cNvSpPr/>
          <p:nvPr/>
        </p:nvSpPr>
        <p:spPr>
          <a:xfrm>
            <a:off x="7025369" y="4971883"/>
            <a:ext cx="2026763" cy="2303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4C2AEB-9046-6888-8946-2C636985D28A}"/>
              </a:ext>
            </a:extLst>
          </p:cNvPr>
          <p:cNvSpPr/>
          <p:nvPr/>
        </p:nvSpPr>
        <p:spPr>
          <a:xfrm>
            <a:off x="7051248" y="3085767"/>
            <a:ext cx="1640265" cy="2303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A83F76-FDC2-2CC1-714F-47DC90375E57}"/>
              </a:ext>
            </a:extLst>
          </p:cNvPr>
          <p:cNvSpPr txBox="1"/>
          <p:nvPr/>
        </p:nvSpPr>
        <p:spPr>
          <a:xfrm>
            <a:off x="8059918" y="2498103"/>
            <a:ext cx="2809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공통 입력 필드</a:t>
            </a:r>
          </a:p>
        </p:txBody>
      </p:sp>
    </p:spTree>
    <p:extLst>
      <p:ext uri="{BB962C8B-B14F-4D97-AF65-F5344CB8AC3E}">
        <p14:creationId xmlns:p14="http://schemas.microsoft.com/office/powerpoint/2010/main" val="3610075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9FD09B-2BD9-49B7-6772-7979FFE0F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Hook </a:t>
            </a:r>
            <a:r>
              <a:rPr lang="ko-KR" altLang="en-US" dirty="0"/>
              <a:t>이벤트 출력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B49DDB-589D-A119-ACB2-7274D6D86F08}"/>
              </a:ext>
            </a:extLst>
          </p:cNvPr>
          <p:cNvSpPr txBox="1"/>
          <p:nvPr/>
        </p:nvSpPr>
        <p:spPr>
          <a:xfrm>
            <a:off x="1097280" y="1866507"/>
            <a:ext cx="10214885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b="1" dirty="0"/>
              <a:t>Hook </a:t>
            </a:r>
            <a:r>
              <a:rPr lang="ko-KR" altLang="en-US" sz="1400" b="1" dirty="0"/>
              <a:t>출력</a:t>
            </a:r>
            <a:endParaRPr lang="en-US" altLang="ko-KR" sz="1400" b="1" dirty="0"/>
          </a:p>
          <a:p>
            <a:endParaRPr lang="en-US" altLang="ko-KR" sz="1100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sz="1100" dirty="0">
                <a:sym typeface="Wingdings" panose="05000000000000000000" pitchFamily="2" charset="2"/>
              </a:rPr>
              <a:t>Hook </a:t>
            </a:r>
            <a:r>
              <a:rPr lang="ko-KR" altLang="en-US" sz="1100" dirty="0">
                <a:sym typeface="Wingdings" panose="05000000000000000000" pitchFamily="2" charset="2"/>
              </a:rPr>
              <a:t>이벤트에서 실행한 </a:t>
            </a:r>
            <a:r>
              <a:rPr lang="en-US" altLang="ko-KR" sz="1100" dirty="0">
                <a:sym typeface="Wingdings" panose="05000000000000000000" pitchFamily="2" charset="2"/>
              </a:rPr>
              <a:t>Shell </a:t>
            </a:r>
            <a:r>
              <a:rPr lang="ko-KR" altLang="en-US" sz="1100" dirty="0">
                <a:sym typeface="Wingdings" panose="05000000000000000000" pitchFamily="2" charset="2"/>
              </a:rPr>
              <a:t>또는 </a:t>
            </a:r>
            <a:r>
              <a:rPr lang="en-US" altLang="ko-KR" sz="1100" dirty="0">
                <a:sym typeface="Wingdings" panose="05000000000000000000" pitchFamily="2" charset="2"/>
              </a:rPr>
              <a:t>PS </a:t>
            </a:r>
            <a:r>
              <a:rPr lang="ko-KR" altLang="en-US" sz="1100" dirty="0">
                <a:sym typeface="Wingdings" panose="05000000000000000000" pitchFamily="2" charset="2"/>
              </a:rPr>
              <a:t>스크립트에서 반환 값으로 다음과 같이 설정하면 </a:t>
            </a:r>
            <a:r>
              <a:rPr lang="en-US" altLang="ko-KR" sz="1100" dirty="0">
                <a:sym typeface="Wingdings" panose="05000000000000000000" pitchFamily="2" charset="2"/>
              </a:rPr>
              <a:t>Hook</a:t>
            </a:r>
            <a:r>
              <a:rPr lang="ko-KR" altLang="en-US" sz="1100" dirty="0">
                <a:sym typeface="Wingdings" panose="05000000000000000000" pitchFamily="2" charset="2"/>
              </a:rPr>
              <a:t>이 출력 결과를 가로채서 </a:t>
            </a:r>
            <a:r>
              <a:rPr lang="en-US" altLang="ko-KR" sz="1100" dirty="0">
                <a:sym typeface="Wingdings" panose="05000000000000000000" pitchFamily="2" charset="2"/>
              </a:rPr>
              <a:t>Claude Main</a:t>
            </a:r>
            <a:r>
              <a:rPr lang="ko-KR" altLang="en-US" sz="1100" dirty="0">
                <a:sym typeface="Wingdings" panose="05000000000000000000" pitchFamily="2" charset="2"/>
              </a:rPr>
              <a:t> </a:t>
            </a:r>
            <a:r>
              <a:rPr lang="en-US" altLang="ko-KR" sz="1100" dirty="0">
                <a:sym typeface="Wingdings" panose="05000000000000000000" pitchFamily="2" charset="2"/>
              </a:rPr>
              <a:t>Context</a:t>
            </a:r>
            <a:r>
              <a:rPr lang="ko-KR" altLang="en-US" sz="1100" dirty="0">
                <a:sym typeface="Wingdings" panose="05000000000000000000" pitchFamily="2" charset="2"/>
              </a:rPr>
              <a:t>로 반환한다</a:t>
            </a:r>
            <a:r>
              <a:rPr lang="en-US" altLang="ko-KR" sz="1100" dirty="0">
                <a:sym typeface="Wingdings" panose="05000000000000000000" pitchFamily="2" charset="2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ko-KR" altLang="en-US" sz="11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61916B-E31E-9DE5-BC8E-139F47FED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184" y="2503990"/>
            <a:ext cx="3905205" cy="42703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9AF427-F74E-DDDA-B576-E96ADD69D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612" y="2479836"/>
            <a:ext cx="4539908" cy="404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784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A6ED1-3376-36CF-91F8-C596413D9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Hook </a:t>
            </a:r>
            <a:r>
              <a:rPr lang="ko-KR" altLang="en-US" dirty="0"/>
              <a:t>이벤트 출력 </a:t>
            </a:r>
            <a:r>
              <a:rPr lang="en-US" altLang="ko-KR" dirty="0"/>
              <a:t>-2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32E13D-BE97-6686-76BB-6A19ACD72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66641"/>
            <a:ext cx="5914090" cy="481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38968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83</TotalTime>
  <Words>106</Words>
  <Application>Microsoft Office PowerPoint</Application>
  <PresentationFormat>와이드스크린</PresentationFormat>
  <Paragraphs>14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Calibri</vt:lpstr>
      <vt:lpstr>Calibri Light</vt:lpstr>
      <vt:lpstr>Wingdings</vt:lpstr>
      <vt:lpstr>추억</vt:lpstr>
      <vt:lpstr>Hook Event 입출력 제어</vt:lpstr>
      <vt:lpstr>Claude Hook 이벤트 입력</vt:lpstr>
      <vt:lpstr>Claude Hook 이벤트 출력</vt:lpstr>
      <vt:lpstr>Claude Hook 이벤트 출력 -2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6</cp:revision>
  <dcterms:created xsi:type="dcterms:W3CDTF">2026-06-30T11:30:53Z</dcterms:created>
  <dcterms:modified xsi:type="dcterms:W3CDTF">2026-06-30T12:54:48Z</dcterms:modified>
</cp:coreProperties>
</file>