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63A3-F251-459C-8DB6-AE379B1E7163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A847-034F-4283-A457-5079D4CDFDA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50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63A3-F251-459C-8DB6-AE379B1E7163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A847-034F-4283-A457-5079D4CDF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222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63A3-F251-459C-8DB6-AE379B1E7163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A847-034F-4283-A457-5079D4CDFDA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35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63A3-F251-459C-8DB6-AE379B1E7163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A847-034F-4283-A457-5079D4CDF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90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63A3-F251-459C-8DB6-AE379B1E7163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A847-034F-4283-A457-5079D4CDF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9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63A3-F251-459C-8DB6-AE379B1E7163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A847-034F-4283-A457-5079D4CDF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6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63A3-F251-459C-8DB6-AE379B1E7163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A847-034F-4283-A457-5079D4CDF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812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36B63A3-F251-459C-8DB6-AE379B1E7163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714A847-034F-4283-A457-5079D4CDF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926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63A3-F251-459C-8DB6-AE379B1E7163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A847-034F-4283-A457-5079D4CDF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794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63A3-F251-459C-8DB6-AE379B1E7163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A847-034F-4283-A457-5079D4CDF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2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63A3-F251-459C-8DB6-AE379B1E7163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A847-034F-4283-A457-5079D4CDF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916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36B63A3-F251-459C-8DB6-AE379B1E7163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714A847-034F-4283-A457-5079D4CDFDA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909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FC998-1C65-C097-DBA3-3B5594B7E9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 err="1"/>
              <a:t>메타프롬프트</a:t>
            </a:r>
            <a:r>
              <a:rPr lang="ko-KR" altLang="en-US" sz="5400" dirty="0"/>
              <a:t> 활용</a:t>
            </a:r>
            <a:r>
              <a:rPr lang="en-US" altLang="ko-KR" sz="5400" dirty="0"/>
              <a:t>PRD </a:t>
            </a:r>
            <a:r>
              <a:rPr lang="ko-KR" altLang="en-US" sz="5400" dirty="0"/>
              <a:t>생성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431FB5-B635-0D46-E6FF-0592C073FC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465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F0F4F-5361-0E48-6DA4-1CC155D5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PRD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5EA087-5246-5745-2B2C-3A30E9334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Project Requirement Document (</a:t>
            </a:r>
            <a:r>
              <a:rPr lang="ko-KR" altLang="en-US" dirty="0"/>
              <a:t>프로젝트 요구사항 문서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학습 주요 내용</a:t>
            </a:r>
            <a:endParaRPr lang="en-US" altLang="ko-KR" dirty="0"/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메타 프롬프트 파일을 생성한다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메타 프롬프트의 내용으로 </a:t>
            </a:r>
            <a:r>
              <a:rPr lang="en-US" altLang="ko-KR" sz="1200" dirty="0"/>
              <a:t>PRD.md </a:t>
            </a:r>
            <a:r>
              <a:rPr lang="ko-KR" altLang="en-US" sz="1200" dirty="0"/>
              <a:t>파일을 생성한다</a:t>
            </a:r>
            <a:r>
              <a:rPr lang="en-US" altLang="ko-KR" sz="1200" dirty="0"/>
              <a:t>.</a:t>
            </a:r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9639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C7F7D-C1B3-5F7F-22B7-6EA7435D7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메타 </a:t>
            </a:r>
            <a:r>
              <a:rPr lang="ko-KR" altLang="en-US" dirty="0" err="1"/>
              <a:t>프로프트</a:t>
            </a:r>
            <a:r>
              <a:rPr lang="ko-KR" altLang="en-US" dirty="0"/>
              <a:t> 생성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890A2CF-7306-5264-1C23-0E40E6BCF5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07" t="8762" r="16107" b="16190"/>
          <a:stretch>
            <a:fillRect/>
          </a:stretch>
        </p:blipFill>
        <p:spPr>
          <a:xfrm>
            <a:off x="292622" y="1946366"/>
            <a:ext cx="5833858" cy="433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10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15101-898E-8B1D-9A70-74CF9A3C9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메타 프롬프트 내용으로 </a:t>
            </a:r>
            <a:r>
              <a:rPr lang="en-US" altLang="ko-KR" sz="4000" dirty="0"/>
              <a:t>PRD.md </a:t>
            </a:r>
            <a:r>
              <a:rPr lang="ko-KR" altLang="en-US" sz="4000" dirty="0"/>
              <a:t>생성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F260F4-DCCD-98EF-ABCC-2155B4597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884" y="2101591"/>
            <a:ext cx="5163271" cy="24196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8EE92CB-2645-CD33-6783-CEC1D9796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965" y="1931773"/>
            <a:ext cx="4667384" cy="475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4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7381A-6879-9FD3-C701-02B214E4E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용어</a:t>
            </a:r>
            <a:r>
              <a:rPr lang="en-US" altLang="ko-KR"/>
              <a:t>(MVP)</a:t>
            </a:r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B4122E-EC69-5B86-17DE-4D3783189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MVP(</a:t>
            </a:r>
            <a:r>
              <a:rPr lang="ko-KR" altLang="en-US" dirty="0"/>
              <a:t>최소 기능 제품</a:t>
            </a:r>
            <a:r>
              <a:rPr lang="en-US" altLang="ko-KR" dirty="0"/>
              <a:t>)</a:t>
            </a:r>
            <a:r>
              <a:rPr lang="ko-KR" altLang="en-US" dirty="0"/>
              <a:t>는 비즈니스 및 소프트웨어 개발에서 핵심 기능만 담아 최소한의 노력과 비용으로 출시하는 초기 버전을 뜻합니다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8220138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</TotalTime>
  <Words>74</Words>
  <Application>Microsoft Office PowerPoint</Application>
  <PresentationFormat>와이드스크린</PresentationFormat>
  <Paragraphs>10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추억</vt:lpstr>
      <vt:lpstr>메타프롬프트 활용PRD 생성</vt:lpstr>
      <vt:lpstr>PRD란?</vt:lpstr>
      <vt:lpstr>메타 프로프트 생성</vt:lpstr>
      <vt:lpstr>메타 프롬프트 내용으로 PRD.md 생성</vt:lpstr>
      <vt:lpstr>개발 용어(MVP)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</cp:revision>
  <dcterms:created xsi:type="dcterms:W3CDTF">2026-07-01T05:33:59Z</dcterms:created>
  <dcterms:modified xsi:type="dcterms:W3CDTF">2026-07-01T06:37:11Z</dcterms:modified>
</cp:coreProperties>
</file>