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9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16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87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88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80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52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99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2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45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65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91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9253568-76BE-4A8A-8AF1-BB0DD2EB1878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312BD4D-2BE7-402E-AE7D-5EBE5B625C5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60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1F2DC-8FC6-5F93-4D53-6780E67E9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서브 에이전트로 </a:t>
            </a:r>
            <a:r>
              <a:rPr lang="en-US" altLang="ko-KR" sz="4800" dirty="0"/>
              <a:t>PRD</a:t>
            </a:r>
            <a:r>
              <a:rPr lang="ko-KR" altLang="en-US" sz="4800" dirty="0"/>
              <a:t>문서작성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5A0470-50CC-963B-4939-CC06D5244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74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EB22A-B959-4D09-7832-066CA1D5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제공 </a:t>
            </a:r>
            <a:r>
              <a:rPr lang="ko-KR" altLang="en-US" dirty="0" err="1"/>
              <a:t>서브에이전트</a:t>
            </a:r>
            <a:r>
              <a:rPr lang="ko-KR" altLang="en-US" dirty="0"/>
              <a:t> 파일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E367EE-255B-475B-3A26-4255CDD3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207" y="1919986"/>
            <a:ext cx="2276793" cy="19433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862EBA-BFBD-E7E7-BA53-B9CC8AD7B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92" y="1919986"/>
            <a:ext cx="5231473" cy="4746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69A3E-E70E-3742-BF27-299B06B4B9B7}"/>
              </a:ext>
            </a:extLst>
          </p:cNvPr>
          <p:cNvSpPr txBox="1"/>
          <p:nvPr/>
        </p:nvSpPr>
        <p:spPr>
          <a:xfrm>
            <a:off x="1097280" y="3987538"/>
            <a:ext cx="499872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서브에이전트를</a:t>
            </a:r>
            <a:r>
              <a:rPr lang="ko-KR" altLang="en-US" sz="1100" dirty="0"/>
              <a:t> 생성하여 특정 주제에 대해 전문화된 컨텍스트를 다루도록 하는 것이 일관되고 품질 좋은 문서나 코드를 얻을 수 있다고 앞 전 강의에서 배웠다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br>
              <a:rPr lang="en-US" altLang="ko-KR" sz="1100" dirty="0"/>
            </a:b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61573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A7872-B07F-4640-EEB8-CB7E53A8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서브 에이전트 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D8C9D-F9BC-6B42-FBFB-187A352206D0}"/>
              </a:ext>
            </a:extLst>
          </p:cNvPr>
          <p:cNvSpPr txBox="1"/>
          <p:nvPr/>
        </p:nvSpPr>
        <p:spPr>
          <a:xfrm>
            <a:off x="1197204" y="1809946"/>
            <a:ext cx="995847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/>
              <a:t>/agents </a:t>
            </a:r>
            <a:r>
              <a:rPr lang="ko-KR" altLang="en-US" sz="1100" dirty="0"/>
              <a:t>입력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en-US" altLang="ko-KR" sz="1100" dirty="0"/>
              <a:t>Library</a:t>
            </a:r>
            <a:r>
              <a:rPr lang="ko-KR" altLang="en-US" sz="1100" dirty="0"/>
              <a:t>탭 </a:t>
            </a:r>
            <a:r>
              <a:rPr lang="en-US" altLang="ko-KR" sz="1100" dirty="0">
                <a:sym typeface="Wingdings" panose="05000000000000000000" pitchFamily="2" charset="2"/>
              </a:rPr>
              <a:t> Create new agent </a:t>
            </a:r>
            <a:r>
              <a:rPr lang="ko-KR" altLang="en-US" sz="1100" dirty="0">
                <a:sym typeface="Wingdings" panose="05000000000000000000" pitchFamily="2" charset="2"/>
              </a:rPr>
              <a:t>선택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100" dirty="0"/>
              <a:t>Project </a:t>
            </a:r>
            <a:r>
              <a:rPr lang="ko-KR" altLang="en-US" sz="1100" dirty="0" err="1"/>
              <a:t>스코프</a:t>
            </a:r>
            <a:r>
              <a:rPr lang="ko-KR" altLang="en-US" sz="1100" dirty="0"/>
              <a:t> 선택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en-US" altLang="ko-KR" sz="1100" dirty="0"/>
              <a:t>Generate</a:t>
            </a:r>
            <a:r>
              <a:rPr lang="ko-KR" altLang="en-US" sz="1100" dirty="0"/>
              <a:t> </a:t>
            </a:r>
            <a:r>
              <a:rPr lang="en-US" altLang="ko-KR" sz="1100" dirty="0"/>
              <a:t>with</a:t>
            </a:r>
            <a:r>
              <a:rPr lang="ko-KR" altLang="en-US" sz="1100" dirty="0"/>
              <a:t> </a:t>
            </a:r>
            <a:r>
              <a:rPr lang="en-US" altLang="ko-KR" sz="1100" dirty="0"/>
              <a:t>Claude</a:t>
            </a:r>
            <a:r>
              <a:rPr lang="ko-KR" altLang="en-US" sz="1100" dirty="0"/>
              <a:t> 선택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en-US" altLang="ko-KR" sz="1100" dirty="0"/>
              <a:t>Sub Agent </a:t>
            </a:r>
            <a:r>
              <a:rPr lang="ko-KR" altLang="en-US" sz="1100" dirty="0"/>
              <a:t>역할 설명 </a:t>
            </a: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생성할  </a:t>
            </a:r>
            <a:r>
              <a:rPr lang="en-US" altLang="ko-KR" sz="1100" dirty="0"/>
              <a:t>Sub Agent</a:t>
            </a:r>
            <a:r>
              <a:rPr lang="ko-KR" altLang="en-US" sz="1100" dirty="0"/>
              <a:t>의 권한 부여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9C52FB-A03F-A314-46DE-A0145A5F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04" y="2748665"/>
            <a:ext cx="7687748" cy="1305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DC25CF-16D6-DDF6-249E-46931810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04" y="4514022"/>
            <a:ext cx="3043669" cy="22846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13A5261-CCF5-043A-734C-C4166919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342" y="4123943"/>
            <a:ext cx="2400635" cy="2734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DC72D9-36BC-2093-AB0C-C94E266F7410}"/>
              </a:ext>
            </a:extLst>
          </p:cNvPr>
          <p:cNvSpPr txBox="1"/>
          <p:nvPr/>
        </p:nvSpPr>
        <p:spPr>
          <a:xfrm>
            <a:off x="6890994" y="4123943"/>
            <a:ext cx="4103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7. </a:t>
            </a:r>
            <a:r>
              <a:rPr lang="ko-KR" altLang="en-US" sz="1200" dirty="0"/>
              <a:t>백그라운드에서 동작할 </a:t>
            </a:r>
            <a:r>
              <a:rPr lang="ko-KR" altLang="en-US" sz="1200" dirty="0" err="1"/>
              <a:t>서브에이전트의</a:t>
            </a:r>
            <a:r>
              <a:rPr lang="ko-KR" altLang="en-US" sz="1200" dirty="0"/>
              <a:t> 색상 선택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4FEDEA-350D-8C26-0679-07F1DC737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994" y="4511607"/>
            <a:ext cx="4826832" cy="9653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D3C769-17A9-5CC8-7E5D-E507838EB16F}"/>
              </a:ext>
            </a:extLst>
          </p:cNvPr>
          <p:cNvSpPr txBox="1"/>
          <p:nvPr/>
        </p:nvSpPr>
        <p:spPr>
          <a:xfrm>
            <a:off x="6890994" y="5590095"/>
            <a:ext cx="4826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Agent </a:t>
            </a:r>
            <a:r>
              <a:rPr lang="ko-KR" altLang="en-US" sz="1200"/>
              <a:t>생성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3897934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72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추억</vt:lpstr>
      <vt:lpstr>서브 에이전트로 PRD문서작성</vt:lpstr>
      <vt:lpstr>강의 제공 서브에이전트 파일</vt:lpstr>
      <vt:lpstr>서브 에이전트 생성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</cp:revision>
  <dcterms:created xsi:type="dcterms:W3CDTF">2026-07-01T06:40:15Z</dcterms:created>
  <dcterms:modified xsi:type="dcterms:W3CDTF">2026-07-01T06:58:30Z</dcterms:modified>
</cp:coreProperties>
</file>