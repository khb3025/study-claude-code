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1" r:id="rId3"/>
    <p:sldId id="258" r:id="rId4"/>
    <p:sldId id="262" r:id="rId5"/>
    <p:sldId id="260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4" r:id="rId14"/>
    <p:sldId id="270" r:id="rId15"/>
    <p:sldId id="271" r:id="rId16"/>
    <p:sldId id="272" r:id="rId17"/>
    <p:sldId id="273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76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0" y="6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3017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3231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23842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4833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765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0006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74069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FDCCB462-B40D-428D-8FC4-842D104849FE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93615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13478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48979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CB462-B40D-428D-8FC4-842D104849FE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2882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FDCCB462-B40D-428D-8FC4-842D104849FE}" type="datetimeFigureOut">
              <a:rPr lang="ko-KR" altLang="en-US" smtClean="0"/>
              <a:t>2026-07-01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6488950-B8EE-4EF7-A3A3-812B2EE91E99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86271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lama.ai/mcp/servers/cjo4m06/mcp-shrimp-task-manager?locale=ko-KR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cjo4m06/mcp-shrimp-task-manager/tree/main#installation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jo4m06/mcp-shrimp-task-manager/tree/main#installation" TargetMode="Externa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0BF99D-51EE-C4CD-6B0F-DB21988998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sz="6600" dirty="0"/>
              <a:t>Shrimp Task Master MCP</a:t>
            </a:r>
            <a:endParaRPr lang="ko-KR" altLang="en-US" sz="6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C708BB3-833D-271A-C8AB-F6333494C9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1025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8A72FA-8098-D89A-5F61-F6590825F5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Shrimp</a:t>
            </a:r>
            <a:r>
              <a:rPr lang="ko-KR" altLang="en-US" dirty="0"/>
              <a:t> </a:t>
            </a:r>
            <a:r>
              <a:rPr lang="en-US" altLang="ko-KR" dirty="0"/>
              <a:t>Task</a:t>
            </a:r>
            <a:r>
              <a:rPr lang="ko-KR" altLang="en-US" dirty="0"/>
              <a:t> </a:t>
            </a:r>
            <a:r>
              <a:rPr lang="en-US" altLang="ko-KR" dirty="0"/>
              <a:t>Manager</a:t>
            </a:r>
            <a:r>
              <a:rPr lang="ko-KR" altLang="en-US" dirty="0"/>
              <a:t> 학습 참고 주소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1B345C-152A-95E6-E664-1ECE63F2F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참고 주소 </a:t>
            </a:r>
            <a:r>
              <a:rPr lang="en-US" altLang="ko-KR" dirty="0"/>
              <a:t>: </a:t>
            </a:r>
            <a:r>
              <a:rPr lang="ko-KR" altLang="en-US" dirty="0">
                <a:hlinkClick r:id="rId2"/>
              </a:rPr>
              <a:t>https://glama.ai/mcp/servers/cjo4m06/mcp-shrimp-task-manager?locale=ko-KR</a:t>
            </a:r>
            <a:endParaRPr lang="en-US" altLang="ko-KR" dirty="0"/>
          </a:p>
          <a:p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244181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11D4E-5DA3-55D9-3369-0B6E07C30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Shrimp Task </a:t>
            </a:r>
            <a:r>
              <a:rPr lang="en-US" altLang="ko-KR" dirty="0" err="1"/>
              <a:t>Mananger</a:t>
            </a:r>
            <a:r>
              <a:rPr lang="en-US" altLang="ko-KR" dirty="0"/>
              <a:t> </a:t>
            </a:r>
            <a:r>
              <a:rPr lang="ko-KR" altLang="en-US" dirty="0"/>
              <a:t>설치</a:t>
            </a:r>
            <a:r>
              <a:rPr lang="en-US" altLang="ko-KR" dirty="0"/>
              <a:t>-1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84AFE9-B46F-E195-9D5B-88F1AF06B165}"/>
              </a:ext>
            </a:extLst>
          </p:cNvPr>
          <p:cNvSpPr txBox="1"/>
          <p:nvPr/>
        </p:nvSpPr>
        <p:spPr>
          <a:xfrm>
            <a:off x="1097280" y="1816718"/>
            <a:ext cx="756736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참고 주소 </a:t>
            </a:r>
            <a:r>
              <a:rPr lang="en-US" altLang="ko-KR" sz="1200" dirty="0"/>
              <a:t>: </a:t>
            </a:r>
            <a:r>
              <a:rPr lang="en-US" altLang="ko-KR" sz="1200" dirty="0">
                <a:hlinkClick r:id="rId2"/>
              </a:rPr>
              <a:t>https://github.com/cjo4m06/mcp-shrimp-task-manager/tree/main#installation</a:t>
            </a:r>
            <a:r>
              <a:rPr lang="en-US" altLang="ko-KR" sz="1200" dirty="0"/>
              <a:t> </a:t>
            </a:r>
          </a:p>
          <a:p>
            <a:endParaRPr lang="ko-KR" altLang="en-US" sz="12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EF0E293-1C2A-F891-A1FE-6AA219EB6C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291" y="2278383"/>
            <a:ext cx="5864189" cy="384342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12FE791-EA9A-99BC-5510-D8520F73CB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9695" y="2278383"/>
            <a:ext cx="6043406" cy="18411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169596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EFAD2-0E27-E4C7-9641-E86256F9D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7ACF83-A82B-4593-6E34-4EA1898A3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Shrimp Task </a:t>
            </a:r>
            <a:r>
              <a:rPr lang="en-US" altLang="ko-KR" dirty="0" err="1"/>
              <a:t>Mananger</a:t>
            </a:r>
            <a:r>
              <a:rPr lang="en-US" altLang="ko-KR" dirty="0"/>
              <a:t> </a:t>
            </a:r>
            <a:r>
              <a:rPr lang="ko-KR" altLang="en-US" dirty="0"/>
              <a:t>설치</a:t>
            </a:r>
            <a:r>
              <a:rPr lang="en-US" altLang="ko-KR" dirty="0"/>
              <a:t>-2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909DAE-244E-1A1A-9B63-B20BE911635D}"/>
              </a:ext>
            </a:extLst>
          </p:cNvPr>
          <p:cNvSpPr txBox="1"/>
          <p:nvPr/>
        </p:nvSpPr>
        <p:spPr>
          <a:xfrm>
            <a:off x="1097280" y="1816718"/>
            <a:ext cx="756736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참고 주소 </a:t>
            </a:r>
            <a:r>
              <a:rPr lang="en-US" altLang="ko-KR" sz="1200" dirty="0"/>
              <a:t>: </a:t>
            </a:r>
            <a:r>
              <a:rPr lang="en-US" altLang="ko-KR" sz="1200" dirty="0">
                <a:hlinkClick r:id="rId2"/>
              </a:rPr>
              <a:t>https://github.com/cjo4m06/mcp-shrimp-task-manager/tree/main#installation</a:t>
            </a:r>
            <a:r>
              <a:rPr lang="en-US" altLang="ko-KR" sz="1200" dirty="0"/>
              <a:t> </a:t>
            </a:r>
          </a:p>
          <a:p>
            <a:endParaRPr lang="ko-KR" altLang="en-US" sz="1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D099D0-85CD-7197-D035-B942A4FA51D6}"/>
              </a:ext>
            </a:extLst>
          </p:cNvPr>
          <p:cNvSpPr txBox="1"/>
          <p:nvPr/>
        </p:nvSpPr>
        <p:spPr>
          <a:xfrm>
            <a:off x="690514" y="2202969"/>
            <a:ext cx="6094428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sym typeface="Wingdings" panose="05000000000000000000" pitchFamily="2" charset="2"/>
              </a:rPr>
              <a:t> </a:t>
            </a:r>
            <a:r>
              <a:rPr lang="en-US" altLang="ko-KR" sz="1100" dirty="0" err="1"/>
              <a:t>mcp.json</a:t>
            </a:r>
            <a:br>
              <a:rPr lang="en-US" altLang="ko-KR" sz="1100" dirty="0"/>
            </a:br>
            <a:r>
              <a:rPr lang="ko-KR" altLang="en-US" sz="1100" dirty="0"/>
              <a:t>{</a:t>
            </a:r>
          </a:p>
          <a:p>
            <a:r>
              <a:rPr lang="ko-KR" altLang="en-US" sz="1100" dirty="0"/>
              <a:t>  "</a:t>
            </a:r>
            <a:r>
              <a:rPr lang="ko-KR" altLang="en-US" sz="1100" dirty="0" err="1"/>
              <a:t>mcpServers</a:t>
            </a:r>
            <a:r>
              <a:rPr lang="ko-KR" altLang="en-US" sz="1100" dirty="0"/>
              <a:t>": {</a:t>
            </a:r>
          </a:p>
          <a:p>
            <a:r>
              <a:rPr lang="ko-KR" altLang="en-US" sz="1100" dirty="0"/>
              <a:t>    "</a:t>
            </a:r>
            <a:r>
              <a:rPr lang="ko-KR" altLang="en-US" sz="1100" dirty="0" err="1"/>
              <a:t>shrimp-task-manager</a:t>
            </a:r>
            <a:r>
              <a:rPr lang="ko-KR" altLang="en-US" sz="1100" dirty="0"/>
              <a:t>": {</a:t>
            </a:r>
          </a:p>
          <a:p>
            <a:r>
              <a:rPr lang="ko-KR" altLang="en-US" sz="1100" dirty="0"/>
              <a:t>      "</a:t>
            </a:r>
            <a:r>
              <a:rPr lang="ko-KR" altLang="en-US" sz="1100" dirty="0" err="1"/>
              <a:t>command</a:t>
            </a:r>
            <a:r>
              <a:rPr lang="ko-KR" altLang="en-US" sz="1100" dirty="0"/>
              <a:t>": "</a:t>
            </a:r>
            <a:r>
              <a:rPr lang="ko-KR" altLang="en-US" sz="1100" dirty="0" err="1"/>
              <a:t>node</a:t>
            </a:r>
            <a:r>
              <a:rPr lang="ko-KR" altLang="en-US" sz="1100" dirty="0"/>
              <a:t>",</a:t>
            </a:r>
          </a:p>
          <a:p>
            <a:r>
              <a:rPr lang="ko-KR" altLang="en-US" sz="1100" dirty="0"/>
              <a:t>      "</a:t>
            </a:r>
            <a:r>
              <a:rPr lang="ko-KR" altLang="en-US" sz="1100" dirty="0" err="1"/>
              <a:t>args</a:t>
            </a:r>
            <a:r>
              <a:rPr lang="ko-KR" altLang="en-US" sz="1100" dirty="0"/>
              <a:t>": ["/</a:t>
            </a:r>
            <a:r>
              <a:rPr lang="ko-KR" altLang="en-US" sz="1100" dirty="0" err="1"/>
              <a:t>path</a:t>
            </a:r>
            <a:r>
              <a:rPr lang="ko-KR" altLang="en-US" sz="1100" dirty="0"/>
              <a:t>/</a:t>
            </a:r>
            <a:r>
              <a:rPr lang="ko-KR" altLang="en-US" sz="1100" dirty="0" err="1"/>
              <a:t>to</a:t>
            </a:r>
            <a:r>
              <a:rPr lang="ko-KR" altLang="en-US" sz="1100" dirty="0"/>
              <a:t>/</a:t>
            </a:r>
            <a:r>
              <a:rPr lang="ko-KR" altLang="en-US" sz="1100" dirty="0" err="1"/>
              <a:t>mcp-shrimp-task-manager</a:t>
            </a:r>
            <a:r>
              <a:rPr lang="ko-KR" altLang="en-US" sz="1100" dirty="0"/>
              <a:t>/</a:t>
            </a:r>
            <a:r>
              <a:rPr lang="ko-KR" altLang="en-US" sz="1100" dirty="0" err="1"/>
              <a:t>dist</a:t>
            </a:r>
            <a:r>
              <a:rPr lang="ko-KR" altLang="en-US" sz="1100" dirty="0"/>
              <a:t>/</a:t>
            </a:r>
            <a:r>
              <a:rPr lang="ko-KR" altLang="en-US" sz="1100" dirty="0" err="1"/>
              <a:t>index.js</a:t>
            </a:r>
            <a:r>
              <a:rPr lang="ko-KR" altLang="en-US" sz="1100" dirty="0"/>
              <a:t>"],</a:t>
            </a:r>
          </a:p>
          <a:p>
            <a:r>
              <a:rPr lang="ko-KR" altLang="en-US" sz="1100" dirty="0"/>
              <a:t>      "</a:t>
            </a:r>
            <a:r>
              <a:rPr lang="ko-KR" altLang="en-US" sz="1100" dirty="0" err="1"/>
              <a:t>env</a:t>
            </a:r>
            <a:r>
              <a:rPr lang="ko-KR" altLang="en-US" sz="1100" dirty="0"/>
              <a:t>": {</a:t>
            </a:r>
          </a:p>
          <a:p>
            <a:r>
              <a:rPr lang="ko-KR" altLang="en-US" sz="1100" dirty="0"/>
              <a:t>        "DATA_DIR": "/</a:t>
            </a:r>
            <a:r>
              <a:rPr lang="ko-KR" altLang="en-US" sz="1100" dirty="0" err="1"/>
              <a:t>path</a:t>
            </a:r>
            <a:r>
              <a:rPr lang="ko-KR" altLang="en-US" sz="1100" dirty="0"/>
              <a:t>/</a:t>
            </a:r>
            <a:r>
              <a:rPr lang="ko-KR" altLang="en-US" sz="1100" dirty="0" err="1"/>
              <a:t>to</a:t>
            </a:r>
            <a:r>
              <a:rPr lang="ko-KR" altLang="en-US" sz="1100" dirty="0"/>
              <a:t>/</a:t>
            </a:r>
            <a:r>
              <a:rPr lang="ko-KR" altLang="en-US" sz="1100" dirty="0" err="1"/>
              <a:t>your</a:t>
            </a:r>
            <a:r>
              <a:rPr lang="ko-KR" altLang="en-US" sz="1100" dirty="0"/>
              <a:t>/</a:t>
            </a:r>
            <a:r>
              <a:rPr lang="ko-KR" altLang="en-US" sz="1100" dirty="0" err="1"/>
              <a:t>shrimp_data</a:t>
            </a:r>
            <a:r>
              <a:rPr lang="ko-KR" altLang="en-US" sz="1100" dirty="0"/>
              <a:t>",</a:t>
            </a:r>
          </a:p>
          <a:p>
            <a:r>
              <a:rPr lang="ko-KR" altLang="en-US" sz="1100" dirty="0"/>
              <a:t>        "TEMPLATES_USE": "</a:t>
            </a:r>
            <a:r>
              <a:rPr lang="ko-KR" altLang="en-US" sz="1100" dirty="0" err="1"/>
              <a:t>en</a:t>
            </a:r>
            <a:r>
              <a:rPr lang="ko-KR" altLang="en-US" sz="1100" dirty="0"/>
              <a:t>",</a:t>
            </a:r>
          </a:p>
          <a:p>
            <a:r>
              <a:rPr lang="ko-KR" altLang="en-US" sz="1100" dirty="0"/>
              <a:t>        "ENABLE_GUI": "</a:t>
            </a:r>
            <a:r>
              <a:rPr lang="ko-KR" altLang="en-US" sz="1100" dirty="0" err="1"/>
              <a:t>false</a:t>
            </a:r>
            <a:r>
              <a:rPr lang="ko-KR" altLang="en-US" sz="1100" dirty="0"/>
              <a:t>"</a:t>
            </a:r>
          </a:p>
          <a:p>
            <a:r>
              <a:rPr lang="ko-KR" altLang="en-US" sz="1100" dirty="0"/>
              <a:t>      }</a:t>
            </a:r>
          </a:p>
          <a:p>
            <a:r>
              <a:rPr lang="ko-KR" altLang="en-US" sz="1100" dirty="0"/>
              <a:t>    }</a:t>
            </a:r>
          </a:p>
          <a:p>
            <a:r>
              <a:rPr lang="ko-KR" altLang="en-US" sz="1100" dirty="0"/>
              <a:t>  }</a:t>
            </a:r>
          </a:p>
          <a:p>
            <a:r>
              <a:rPr lang="ko-KR" altLang="en-US" sz="1100" dirty="0"/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B74653-FE1A-9DBF-F553-C223D5938517}"/>
              </a:ext>
            </a:extLst>
          </p:cNvPr>
          <p:cNvSpPr txBox="1"/>
          <p:nvPr/>
        </p:nvSpPr>
        <p:spPr>
          <a:xfrm>
            <a:off x="5705573" y="2202968"/>
            <a:ext cx="5700859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100" b="1" dirty="0">
                <a:solidFill>
                  <a:srgbClr val="1F2328"/>
                </a:solidFill>
                <a:latin typeface="Monaspace Neon"/>
              </a:rPr>
              <a:t>※ Sample Config </a:t>
            </a:r>
            <a:b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</a:b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{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 err="1">
                <a:solidFill>
                  <a:srgbClr val="0550AE"/>
                </a:solidFill>
                <a:effectLst/>
                <a:latin typeface="Monaspace Neon"/>
              </a:rPr>
              <a:t>mcpServers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{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"shrimp-task-manager"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{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"command"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"node"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,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 err="1">
                <a:solidFill>
                  <a:srgbClr val="0550AE"/>
                </a:solidFill>
                <a:effectLst/>
                <a:latin typeface="Monaspace Neon"/>
              </a:rPr>
              <a:t>args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[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"/home/fire/</a:t>
            </a:r>
            <a:r>
              <a:rPr lang="en-US" altLang="ko-KR" sz="1100" b="0" i="0" dirty="0" err="1">
                <a:solidFill>
                  <a:srgbClr val="0A3069"/>
                </a:solidFill>
                <a:effectLst/>
                <a:latin typeface="Monaspace Neon"/>
              </a:rPr>
              <a:t>claude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/</a:t>
            </a:r>
            <a:r>
              <a:rPr lang="en-US" altLang="ko-KR" sz="1100" b="0" i="0" dirty="0" err="1">
                <a:solidFill>
                  <a:srgbClr val="0A3069"/>
                </a:solidFill>
                <a:effectLst/>
                <a:latin typeface="Monaspace Neon"/>
              </a:rPr>
              <a:t>mcp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-shrimp-task-manager/</a:t>
            </a:r>
            <a:r>
              <a:rPr lang="en-US" altLang="ko-KR" sz="1100" b="0" i="0" dirty="0" err="1">
                <a:solidFill>
                  <a:srgbClr val="0A3069"/>
                </a:solidFill>
                <a:effectLst/>
                <a:latin typeface="Monaspace Neon"/>
              </a:rPr>
              <a:t>dist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/index.js"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],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"env"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{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"DATA_DIR"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"/home/fire/</a:t>
            </a:r>
            <a:r>
              <a:rPr lang="en-US" altLang="ko-KR" sz="1100" b="0" i="0" dirty="0" err="1">
                <a:solidFill>
                  <a:srgbClr val="0A3069"/>
                </a:solidFill>
                <a:effectLst/>
                <a:latin typeface="Monaspace Neon"/>
              </a:rPr>
              <a:t>claude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/project/</a:t>
            </a:r>
            <a:r>
              <a:rPr lang="en-US" altLang="ko-KR" sz="1100" b="0" i="0" dirty="0" err="1">
                <a:solidFill>
                  <a:srgbClr val="0A3069"/>
                </a:solidFill>
                <a:effectLst/>
                <a:latin typeface="Monaspace Neon"/>
              </a:rPr>
              <a:t>shrimp_data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,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"TEMPLATES_USE"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 err="1">
                <a:solidFill>
                  <a:srgbClr val="0A3069"/>
                </a:solidFill>
                <a:effectLst/>
                <a:latin typeface="Monaspace Neon"/>
              </a:rPr>
              <a:t>en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,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  </a:t>
            </a:r>
            <a:r>
              <a:rPr lang="en-US" altLang="ko-KR" sz="1100" b="0" i="0" dirty="0">
                <a:solidFill>
                  <a:srgbClr val="0550AE"/>
                </a:solidFill>
                <a:effectLst/>
                <a:latin typeface="Monaspace Neon"/>
              </a:rPr>
              <a:t>"ENABLE_GUI"</a:t>
            </a: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: </a:t>
            </a:r>
            <a:r>
              <a:rPr lang="en-US" altLang="ko-KR" sz="1100" b="0" i="0" dirty="0">
                <a:solidFill>
                  <a:srgbClr val="0A3069"/>
                </a:solidFill>
                <a:effectLst/>
                <a:latin typeface="Monaspace Neon"/>
              </a:rPr>
              <a:t>"false"</a:t>
            </a:r>
            <a:endParaRPr lang="en-US" altLang="ko-KR" sz="1100" b="0" i="0" dirty="0">
              <a:solidFill>
                <a:srgbClr val="1F2328"/>
              </a:solidFill>
              <a:effectLst/>
              <a:latin typeface="Monaspace Neon"/>
            </a:endParaRP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  }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  }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  }</a:t>
            </a:r>
          </a:p>
          <a:p>
            <a:pPr algn="l" latinLnBrk="0">
              <a:buNone/>
            </a:pPr>
            <a:r>
              <a:rPr lang="en-US" altLang="ko-KR" sz="1100" b="0" i="0" dirty="0">
                <a:solidFill>
                  <a:srgbClr val="1F2328"/>
                </a:solidFill>
                <a:effectLst/>
                <a:latin typeface="Monaspace Neon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89324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596BCE-C16E-16DD-F2FD-1C7D3231C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4000" dirty="0"/>
              <a:t>Shrimp Task Manager </a:t>
            </a:r>
            <a:r>
              <a:rPr lang="ko-KR" altLang="en-US" sz="4000" dirty="0"/>
              <a:t>기능 살펴보기</a:t>
            </a:r>
            <a:r>
              <a:rPr lang="en-US" altLang="ko-KR" sz="4000" dirty="0"/>
              <a:t>-1</a:t>
            </a:r>
            <a:endParaRPr lang="ko-KR" altLang="en-US" sz="40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1A92A99-DC7A-04B5-1B5B-2CCD14BEA0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999" y="1952419"/>
            <a:ext cx="4502500" cy="111840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06A5B07-2539-B375-D20E-6CE9615D77E7}"/>
              </a:ext>
            </a:extLst>
          </p:cNvPr>
          <p:cNvSpPr txBox="1"/>
          <p:nvPr/>
        </p:nvSpPr>
        <p:spPr>
          <a:xfrm>
            <a:off x="5090474" y="1952419"/>
            <a:ext cx="626882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100" dirty="0"/>
          </a:p>
          <a:p>
            <a:r>
              <a:rPr lang="en-US" altLang="ko-KR" sz="1100" dirty="0">
                <a:sym typeface="Wingdings" panose="05000000000000000000" pitchFamily="2" charset="2"/>
              </a:rPr>
              <a:t> </a:t>
            </a:r>
            <a:r>
              <a:rPr lang="ko-KR" altLang="en-US" sz="1100" dirty="0"/>
              <a:t>어떠한 </a:t>
            </a:r>
            <a:r>
              <a:rPr lang="ko-KR" altLang="en-US" sz="1100" dirty="0" err="1"/>
              <a:t>기술스택</a:t>
            </a:r>
            <a:r>
              <a:rPr lang="ko-KR" altLang="en-US" sz="1100" dirty="0"/>
              <a:t> 또는 어떠한 프로젝트 구조를 </a:t>
            </a:r>
            <a:r>
              <a:rPr lang="ko-KR" altLang="en-US" sz="1100" dirty="0" err="1"/>
              <a:t>가져갈껀지</a:t>
            </a:r>
            <a:r>
              <a:rPr lang="ko-KR" altLang="en-US" sz="1100" dirty="0"/>
              <a:t> 초기화를 해주는 기능</a:t>
            </a:r>
            <a:br>
              <a:rPr lang="en-US" altLang="ko-KR" sz="1100" dirty="0"/>
            </a:br>
            <a:r>
              <a:rPr lang="en-US" altLang="ko-KR" sz="1100" dirty="0"/>
              <a:t>     (</a:t>
            </a:r>
            <a:r>
              <a:rPr lang="ko-KR" altLang="en-US" sz="1100" dirty="0"/>
              <a:t>예시 </a:t>
            </a:r>
            <a:r>
              <a:rPr lang="en-US" altLang="ko-KR" sz="1100" dirty="0"/>
              <a:t>: </a:t>
            </a:r>
            <a:r>
              <a:rPr lang="ko-KR" altLang="en-US" sz="1100" dirty="0" err="1"/>
              <a:t>스도쿠</a:t>
            </a:r>
            <a:r>
              <a:rPr lang="ko-KR" altLang="en-US" sz="1100" dirty="0"/>
              <a:t> 게임을 만들고 싶어</a:t>
            </a:r>
            <a:r>
              <a:rPr lang="en-US" altLang="ko-KR" sz="1100" dirty="0"/>
              <a:t>,</a:t>
            </a:r>
            <a:r>
              <a:rPr lang="ko-KR" altLang="en-US" sz="1100" dirty="0"/>
              <a:t> 필요한 기술과  절차에 대하여 초기화 룰을 구성해줘</a:t>
            </a:r>
            <a:r>
              <a:rPr lang="en-US" altLang="ko-KR" sz="1100" dirty="0"/>
              <a:t>)</a:t>
            </a:r>
            <a:endParaRPr lang="ko-KR" altLang="en-US" sz="11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B865AF6-80F5-62C4-6551-F338F27E1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000" y="3282278"/>
            <a:ext cx="4502500" cy="9881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CF01B2A-8DC8-410C-EFC7-3CBD20957407}"/>
              </a:ext>
            </a:extLst>
          </p:cNvPr>
          <p:cNvSpPr txBox="1"/>
          <p:nvPr/>
        </p:nvSpPr>
        <p:spPr>
          <a:xfrm>
            <a:off x="5090474" y="3176177"/>
            <a:ext cx="62688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100" dirty="0"/>
          </a:p>
          <a:p>
            <a:r>
              <a:rPr lang="en-US" altLang="ko-KR" sz="1100" dirty="0">
                <a:sym typeface="Wingdings" panose="05000000000000000000" pitchFamily="2" charset="2"/>
              </a:rPr>
              <a:t> </a:t>
            </a:r>
            <a:r>
              <a:rPr lang="ko-KR" altLang="en-US" sz="1100" dirty="0">
                <a:sym typeface="Wingdings" panose="05000000000000000000" pitchFamily="2" charset="2"/>
              </a:rPr>
              <a:t>큰 요청을 실행 가능한 작은 단계별 계획으로 나눠주는 기능</a:t>
            </a:r>
            <a:r>
              <a:rPr lang="en-US" altLang="ko-KR" sz="1100" dirty="0">
                <a:sym typeface="Wingdings" panose="05000000000000000000" pitchFamily="2" charset="2"/>
              </a:rPr>
              <a:t>.</a:t>
            </a:r>
            <a:r>
              <a:rPr lang="ko-KR" altLang="en-US" sz="1100" dirty="0">
                <a:sym typeface="Wingdings" panose="05000000000000000000" pitchFamily="2" charset="2"/>
              </a:rPr>
              <a:t> </a:t>
            </a:r>
            <a:endParaRPr lang="ko-KR" altLang="en-US" sz="11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8A34881-8B62-43A2-BAAE-6B36694237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999" y="4481855"/>
            <a:ext cx="4502500" cy="81091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3789645-1AFE-4108-DDFD-F72E7E737CAF}"/>
              </a:ext>
            </a:extLst>
          </p:cNvPr>
          <p:cNvSpPr txBox="1"/>
          <p:nvPr/>
        </p:nvSpPr>
        <p:spPr>
          <a:xfrm>
            <a:off x="5090474" y="4380832"/>
            <a:ext cx="626882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100" dirty="0"/>
          </a:p>
          <a:p>
            <a:r>
              <a:rPr lang="en-US" altLang="ko-KR" sz="1100" dirty="0">
                <a:sym typeface="Wingdings" panose="05000000000000000000" pitchFamily="2" charset="2"/>
              </a:rPr>
              <a:t> </a:t>
            </a:r>
            <a:r>
              <a:rPr lang="ko-KR" altLang="en-US" sz="1100" dirty="0">
                <a:sym typeface="Wingdings" panose="05000000000000000000" pitchFamily="2" charset="2"/>
              </a:rPr>
              <a:t>나뉘어진 계획을 단계별로 수행하는 기능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6049856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F8E2A5-EDF6-E09A-79C9-6751DF353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Init_project_rules</a:t>
            </a:r>
            <a:r>
              <a:rPr lang="en-US" altLang="ko-KR" dirty="0"/>
              <a:t> -1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C93EC59-4BC7-1B15-67CC-E0B8403C52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418" y="1887228"/>
            <a:ext cx="3982619" cy="233710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7F3C062-E9AC-27FD-3993-AF1CF89F09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040" y="1887228"/>
            <a:ext cx="5539611" cy="485293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43A2C9-9504-C44E-B980-784B87A6C22A}"/>
              </a:ext>
            </a:extLst>
          </p:cNvPr>
          <p:cNvSpPr txBox="1"/>
          <p:nvPr/>
        </p:nvSpPr>
        <p:spPr>
          <a:xfrm>
            <a:off x="391418" y="4345757"/>
            <a:ext cx="3982619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※ </a:t>
            </a:r>
            <a:r>
              <a:rPr lang="ko-KR" altLang="en-US" sz="1200" dirty="0"/>
              <a:t>요청</a:t>
            </a:r>
            <a:br>
              <a:rPr lang="en-US" altLang="ko-KR" sz="1200" dirty="0"/>
            </a:br>
            <a:br>
              <a:rPr lang="en-US" altLang="ko-KR" sz="1200" dirty="0"/>
            </a:br>
            <a:r>
              <a:rPr lang="en-US" altLang="ko-KR" sz="1200" dirty="0">
                <a:sym typeface="Wingdings" panose="05000000000000000000" pitchFamily="2" charset="2"/>
              </a:rPr>
              <a:t> Claude Code MCP </a:t>
            </a:r>
            <a:r>
              <a:rPr lang="ko-KR" altLang="en-US" sz="1200" dirty="0">
                <a:sym typeface="Wingdings" panose="05000000000000000000" pitchFamily="2" charset="2"/>
              </a:rPr>
              <a:t>의 경우</a:t>
            </a:r>
            <a:br>
              <a:rPr lang="en-US" altLang="ko-KR" sz="1200" dirty="0">
                <a:sym typeface="Wingdings" panose="05000000000000000000" pitchFamily="2" charset="2"/>
              </a:rPr>
            </a:br>
            <a:r>
              <a:rPr lang="en-US" altLang="ko-KR" sz="1200" dirty="0">
                <a:sym typeface="Wingdings" panose="05000000000000000000" pitchFamily="2" charset="2"/>
              </a:rPr>
              <a:t>    </a:t>
            </a:r>
            <a:r>
              <a:rPr lang="ko-KR" altLang="en-US" sz="1200" dirty="0"/>
              <a:t> </a:t>
            </a:r>
            <a:r>
              <a:rPr lang="en-US" altLang="ko-KR" sz="1100" dirty="0"/>
              <a:t>@shrimp-task-manager MCP</a:t>
            </a:r>
            <a:r>
              <a:rPr lang="ko-KR" altLang="en-US" sz="1100" dirty="0"/>
              <a:t>를 사용하여 </a:t>
            </a:r>
            <a:br>
              <a:rPr lang="en-US" altLang="ko-KR" sz="1100" dirty="0"/>
            </a:br>
            <a:r>
              <a:rPr lang="en-US" altLang="ko-KR" sz="1100" dirty="0"/>
              <a:t>      </a:t>
            </a:r>
            <a:r>
              <a:rPr lang="en-US" altLang="ko-KR" sz="1100" dirty="0" err="1"/>
              <a:t>init_project_rules</a:t>
            </a:r>
            <a:br>
              <a:rPr lang="en-US" altLang="ko-KR" sz="1100" dirty="0"/>
            </a:br>
            <a:r>
              <a:rPr lang="en-US" altLang="ko-KR" sz="1100" dirty="0"/>
              <a:t>      </a:t>
            </a:r>
            <a:r>
              <a:rPr lang="ko-KR" altLang="en-US" sz="1100" dirty="0"/>
              <a:t>수영 스타일을 </a:t>
            </a:r>
            <a:r>
              <a:rPr lang="en-US" altLang="ko-KR" sz="1100" dirty="0"/>
              <a:t>…</a:t>
            </a:r>
            <a:r>
              <a:rPr lang="ko-KR" altLang="en-US" sz="1100" dirty="0"/>
              <a:t> </a:t>
            </a:r>
            <a:endParaRPr lang="en-US" altLang="ko-KR" sz="1100" dirty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120398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43573-E0C5-E50E-294A-2C0C4E6D7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BAB4C0-3F0D-F393-F591-771BF7445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Init_project_rules</a:t>
            </a:r>
            <a:r>
              <a:rPr lang="en-US" altLang="ko-KR" dirty="0"/>
              <a:t> -2 [</a:t>
            </a:r>
            <a:r>
              <a:rPr lang="en-US" altLang="ko-KR" dirty="0" err="1"/>
              <a:t>reseach_mode</a:t>
            </a:r>
            <a:r>
              <a:rPr lang="en-US" altLang="ko-KR" dirty="0"/>
              <a:t>]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1E6A5CA-BA7A-2342-8A5A-335FD8C65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934" y="1821240"/>
            <a:ext cx="5539611" cy="4852937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BB80CAB1-5176-2FA2-526A-84F7F1D434E3}"/>
              </a:ext>
            </a:extLst>
          </p:cNvPr>
          <p:cNvGrpSpPr/>
          <p:nvPr/>
        </p:nvGrpSpPr>
        <p:grpSpPr>
          <a:xfrm>
            <a:off x="6012838" y="1821240"/>
            <a:ext cx="4634232" cy="2307700"/>
            <a:chOff x="6012838" y="1821240"/>
            <a:chExt cx="4634232" cy="23077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4660B60-12A2-DCFB-27AE-41304DB824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44449"/>
            <a:stretch>
              <a:fillRect/>
            </a:stretch>
          </p:blipFill>
          <p:spPr>
            <a:xfrm>
              <a:off x="6012838" y="1821240"/>
              <a:ext cx="4634232" cy="2307700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C6A00F48-7DC7-C524-5ADD-814D143D1052}"/>
                </a:ext>
              </a:extLst>
            </p:cNvPr>
            <p:cNvSpPr/>
            <p:nvPr/>
          </p:nvSpPr>
          <p:spPr>
            <a:xfrm>
              <a:off x="6096000" y="3544478"/>
              <a:ext cx="3679596" cy="31108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99748EC-45FF-4D9A-997E-F2D7B57B38CE}"/>
              </a:ext>
            </a:extLst>
          </p:cNvPr>
          <p:cNvSpPr txBox="1"/>
          <p:nvPr/>
        </p:nvSpPr>
        <p:spPr>
          <a:xfrm>
            <a:off x="5986021" y="4336330"/>
            <a:ext cx="58540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초기화 룰을 읽어보다가 마음에 들지 않아 기술적인 부분에서 더 자세한 조사가 필요하다</a:t>
            </a:r>
            <a:r>
              <a:rPr lang="en-US" altLang="ko-KR" sz="1200" dirty="0"/>
              <a:t> </a:t>
            </a:r>
            <a:r>
              <a:rPr lang="ko-KR" altLang="en-US" sz="1200" dirty="0"/>
              <a:t>판단되면 </a:t>
            </a:r>
            <a:r>
              <a:rPr lang="en-US" altLang="ko-KR" sz="1200" dirty="0" err="1"/>
              <a:t>research_mode</a:t>
            </a:r>
            <a:r>
              <a:rPr lang="en-US" altLang="ko-KR" sz="1200" dirty="0"/>
              <a:t> </a:t>
            </a:r>
            <a:r>
              <a:rPr lang="ko-KR" altLang="en-US" sz="1200" dirty="0"/>
              <a:t>로 </a:t>
            </a:r>
            <a:br>
              <a:rPr lang="en-US" altLang="ko-KR" sz="1200" dirty="0"/>
            </a:br>
            <a:r>
              <a:rPr lang="ko-KR" altLang="en-US" sz="1200" dirty="0"/>
              <a:t>조사가 필요한 부분을 더 심층적으로 연구 조사 할 수 있다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773507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C5E2E-9825-558B-AD91-28F979A66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Plan_task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B17CF49-0026-3A32-FCE9-E9B2744B2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875541"/>
            <a:ext cx="2397551" cy="98260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F3E1275-53C1-952C-EEFA-575CF5A4B0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068" y="1875540"/>
            <a:ext cx="5539611" cy="48529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B52CE1E-FF17-1232-CEE2-A52994EBA2CB}"/>
              </a:ext>
            </a:extLst>
          </p:cNvPr>
          <p:cNvSpPr txBox="1"/>
          <p:nvPr/>
        </p:nvSpPr>
        <p:spPr>
          <a:xfrm>
            <a:off x="6096000" y="2858143"/>
            <a:ext cx="589489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프로젝트 룰을 통해 </a:t>
            </a:r>
            <a:r>
              <a:rPr lang="en-US" altLang="ko-KR" sz="1100" dirty="0"/>
              <a:t>Plan</a:t>
            </a:r>
            <a:r>
              <a:rPr lang="ko-KR" altLang="en-US" sz="1100" dirty="0"/>
              <a:t>을 세우고 싶을 때 사용하는 명령어</a:t>
            </a:r>
            <a:r>
              <a:rPr lang="en-US" altLang="ko-KR" sz="1100" dirty="0"/>
              <a:t>.</a:t>
            </a:r>
            <a:br>
              <a:rPr lang="en-US" altLang="ko-KR" sz="1100" dirty="0"/>
            </a:br>
            <a:endParaRPr lang="ko-KR" altLang="en-US" sz="11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678FDE4-4D56-05C4-376A-BB57555FDB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355669"/>
            <a:ext cx="5195948" cy="3372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3971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4AD1B9-E4BD-CE0B-4F94-7F5692E2E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Plan_task</a:t>
            </a:r>
            <a:r>
              <a:rPr lang="en-US" altLang="ko-KR" dirty="0"/>
              <a:t> -2 [</a:t>
            </a:r>
            <a:r>
              <a:rPr lang="en-US" altLang="ko-KR" dirty="0" err="1"/>
              <a:t>list_tasks</a:t>
            </a:r>
            <a:r>
              <a:rPr lang="en-US" altLang="ko-KR" dirty="0"/>
              <a:t>]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3736846-A781-C48D-D8DE-3D91F1A910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5275" y="1961376"/>
            <a:ext cx="2547739" cy="90493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06BA195-F50F-4854-F19E-664DDCB05B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5275" y="2967950"/>
            <a:ext cx="3358445" cy="374816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90450A5-6854-83EC-9EE0-63D36BFC54DB}"/>
              </a:ext>
            </a:extLst>
          </p:cNvPr>
          <p:cNvSpPr txBox="1"/>
          <p:nvPr/>
        </p:nvSpPr>
        <p:spPr>
          <a:xfrm>
            <a:off x="4901938" y="1961376"/>
            <a:ext cx="61047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/>
              <a:t>list_tasks</a:t>
            </a:r>
            <a:r>
              <a:rPr lang="en-US" altLang="ko-KR" sz="1400" dirty="0"/>
              <a:t> </a:t>
            </a:r>
            <a:r>
              <a:rPr lang="en-US" altLang="ko-KR" sz="1400" dirty="0"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sym typeface="Wingdings" panose="05000000000000000000" pitchFamily="2" charset="2"/>
              </a:rPr>
              <a:t>세워진 계획 중 진행 상태 확인 명령어</a:t>
            </a:r>
            <a:r>
              <a:rPr lang="en-US" altLang="ko-KR" sz="1400" dirty="0">
                <a:sym typeface="Wingdings" panose="05000000000000000000" pitchFamily="2" charset="2"/>
              </a:rPr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3284189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18BC66-C47F-C02A-C95A-403AD8528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Execute_task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AFCD848-40F7-907D-F4C5-2D571FF46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799" y="1911822"/>
            <a:ext cx="3103478" cy="7241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33255ED-A615-5D62-7874-349A0DAAAC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911822"/>
            <a:ext cx="3358445" cy="37481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274BFC-17EF-F61C-3A6E-778DD04C5445}"/>
              </a:ext>
            </a:extLst>
          </p:cNvPr>
          <p:cNvSpPr txBox="1"/>
          <p:nvPr/>
        </p:nvSpPr>
        <p:spPr>
          <a:xfrm>
            <a:off x="4628561" y="2790334"/>
            <a:ext cx="7004115" cy="25930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/>
              <a:t>execute_task</a:t>
            </a:r>
            <a:r>
              <a:rPr lang="en-US" altLang="ko-KR" sz="1400" dirty="0"/>
              <a:t> </a:t>
            </a:r>
            <a:r>
              <a:rPr lang="en-US" altLang="ko-KR" sz="1400" dirty="0"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sym typeface="Wingdings" panose="05000000000000000000" pitchFamily="2" charset="2"/>
              </a:rPr>
              <a:t>단계 별로 계획을 실행시키는 명령어</a:t>
            </a:r>
            <a:r>
              <a:rPr lang="en-US" altLang="ko-KR" sz="1400" dirty="0">
                <a:sym typeface="Wingdings" panose="05000000000000000000" pitchFamily="2" charset="2"/>
              </a:rPr>
              <a:t>.</a:t>
            </a:r>
            <a:br>
              <a:rPr lang="en-US" altLang="ko-KR" sz="1400" dirty="0">
                <a:sym typeface="Wingdings" panose="05000000000000000000" pitchFamily="2" charset="2"/>
              </a:rPr>
            </a:br>
            <a:r>
              <a:rPr lang="en-US" altLang="ko-KR" sz="1400" dirty="0">
                <a:sym typeface="Wingdings" panose="05000000000000000000" pitchFamily="2" charset="2"/>
              </a:rPr>
              <a:t>                              </a:t>
            </a:r>
            <a:r>
              <a:rPr lang="ko-KR" altLang="en-US" sz="1400" dirty="0">
                <a:sym typeface="Wingdings" panose="05000000000000000000" pitchFamily="2" charset="2"/>
              </a:rPr>
              <a:t>연속적으로 단계를 실행시킬 수도 있고</a:t>
            </a:r>
            <a:r>
              <a:rPr lang="en-US" altLang="ko-KR" sz="1400" dirty="0">
                <a:sym typeface="Wingdings" panose="05000000000000000000" pitchFamily="2" charset="2"/>
              </a:rPr>
              <a:t>, </a:t>
            </a:r>
            <a:r>
              <a:rPr lang="ko-KR" altLang="en-US" sz="1400" dirty="0">
                <a:sym typeface="Wingdings" panose="05000000000000000000" pitchFamily="2" charset="2"/>
              </a:rPr>
              <a:t>사진과 같이 </a:t>
            </a:r>
            <a:br>
              <a:rPr lang="en-US" altLang="ko-KR" sz="1400" dirty="0">
                <a:sym typeface="Wingdings" panose="05000000000000000000" pitchFamily="2" charset="2"/>
              </a:rPr>
            </a:br>
            <a:r>
              <a:rPr lang="en-US" altLang="ko-KR" sz="1400" dirty="0">
                <a:sym typeface="Wingdings" panose="05000000000000000000" pitchFamily="2" charset="2"/>
              </a:rPr>
              <a:t>                              </a:t>
            </a:r>
            <a:r>
              <a:rPr lang="ko-KR" altLang="en-US" sz="1400" dirty="0">
                <a:sym typeface="Wingdings" panose="05000000000000000000" pitchFamily="2" charset="2"/>
              </a:rPr>
              <a:t>작은 단위로 계획을 실행 </a:t>
            </a:r>
            <a:r>
              <a:rPr lang="ko-KR" altLang="en-US" sz="1400" dirty="0" err="1">
                <a:sym typeface="Wingdings" panose="05000000000000000000" pitchFamily="2" charset="2"/>
              </a:rPr>
              <a:t>시킬수</a:t>
            </a:r>
            <a:r>
              <a:rPr lang="ko-KR" altLang="en-US" sz="1400" dirty="0">
                <a:sym typeface="Wingdings" panose="05000000000000000000" pitchFamily="2" charset="2"/>
              </a:rPr>
              <a:t> 있다</a:t>
            </a:r>
            <a:r>
              <a:rPr lang="en-US" altLang="ko-KR" sz="1400" dirty="0">
                <a:sym typeface="Wingdings" panose="05000000000000000000" pitchFamily="2" charset="2"/>
              </a:rPr>
              <a:t>. </a:t>
            </a:r>
          </a:p>
          <a:p>
            <a:br>
              <a:rPr lang="en-US" altLang="ko-KR" sz="1000" dirty="0">
                <a:sym typeface="Wingdings" panose="05000000000000000000" pitchFamily="2" charset="2"/>
              </a:rPr>
            </a:br>
            <a:r>
              <a:rPr lang="en-US" altLang="ko-KR" sz="1000" dirty="0">
                <a:sym typeface="Wingdings" panose="05000000000000000000" pitchFamily="2" charset="2"/>
              </a:rPr>
              <a:t>(※ </a:t>
            </a:r>
            <a:r>
              <a:rPr lang="ko-KR" altLang="en-US" sz="1000" dirty="0">
                <a:sym typeface="Wingdings" panose="05000000000000000000" pitchFamily="2" charset="2"/>
              </a:rPr>
              <a:t>개발 계획의 경우 </a:t>
            </a:r>
            <a:r>
              <a:rPr lang="en-US" altLang="ko-KR" sz="1000" dirty="0">
                <a:sym typeface="Wingdings" panose="05000000000000000000" pitchFamily="2" charset="2"/>
              </a:rPr>
              <a:t>1</a:t>
            </a:r>
            <a:r>
              <a:rPr lang="ko-KR" altLang="en-US" sz="1000" dirty="0">
                <a:sym typeface="Wingdings" panose="05000000000000000000" pitchFamily="2" charset="2"/>
              </a:rPr>
              <a:t>번을 작업하다 </a:t>
            </a:r>
            <a:r>
              <a:rPr lang="en-US" altLang="ko-KR" sz="1000" dirty="0">
                <a:sym typeface="Wingdings" panose="05000000000000000000" pitchFamily="2" charset="2"/>
              </a:rPr>
              <a:t>4</a:t>
            </a:r>
            <a:r>
              <a:rPr lang="ko-KR" altLang="en-US" sz="1000" dirty="0">
                <a:sym typeface="Wingdings" panose="05000000000000000000" pitchFamily="2" charset="2"/>
              </a:rPr>
              <a:t>번을 작업하라는 둥 명령은 내릴 수 있지만</a:t>
            </a:r>
            <a:r>
              <a:rPr lang="en-US" altLang="ko-KR" sz="1000" dirty="0">
                <a:sym typeface="Wingdings" panose="05000000000000000000" pitchFamily="2" charset="2"/>
              </a:rPr>
              <a:t>.</a:t>
            </a:r>
            <a:br>
              <a:rPr lang="en-US" altLang="ko-KR" sz="1000" dirty="0">
                <a:sym typeface="Wingdings" panose="05000000000000000000" pitchFamily="2" charset="2"/>
              </a:rPr>
            </a:br>
            <a:r>
              <a:rPr lang="en-US" altLang="ko-KR" sz="1000" dirty="0">
                <a:sym typeface="Wingdings" panose="05000000000000000000" pitchFamily="2" charset="2"/>
              </a:rPr>
              <a:t>      </a:t>
            </a:r>
            <a:r>
              <a:rPr lang="ko-KR" altLang="en-US" sz="1000" dirty="0">
                <a:sym typeface="Wingdings" panose="05000000000000000000" pitchFamily="2" charset="2"/>
              </a:rPr>
              <a:t>개발 계획 순서대로 개발이 진행되지 </a:t>
            </a:r>
            <a:r>
              <a:rPr lang="ko-KR" altLang="en-US" sz="1000" dirty="0" err="1">
                <a:sym typeface="Wingdings" panose="05000000000000000000" pitchFamily="2" charset="2"/>
              </a:rPr>
              <a:t>않을경우</a:t>
            </a:r>
            <a:r>
              <a:rPr lang="ko-KR" altLang="en-US" sz="1000" dirty="0">
                <a:sym typeface="Wingdings" panose="05000000000000000000" pitchFamily="2" charset="2"/>
              </a:rPr>
              <a:t> 어떠한 문제가 생길지 모른다</a:t>
            </a:r>
            <a:r>
              <a:rPr lang="en-US" altLang="ko-KR" sz="1000" dirty="0">
                <a:sym typeface="Wingdings" panose="05000000000000000000" pitchFamily="2" charset="2"/>
              </a:rPr>
              <a:t>.</a:t>
            </a:r>
            <a:br>
              <a:rPr lang="en-US" altLang="ko-KR" sz="1000" dirty="0">
                <a:sym typeface="Wingdings" panose="05000000000000000000" pitchFamily="2" charset="2"/>
              </a:rPr>
            </a:br>
            <a:r>
              <a:rPr lang="en-US" altLang="ko-KR" sz="1000" dirty="0">
                <a:sym typeface="Wingdings" panose="05000000000000000000" pitchFamily="2" charset="2"/>
              </a:rPr>
              <a:t>      </a:t>
            </a:r>
            <a:r>
              <a:rPr lang="ko-KR" altLang="en-US" sz="1000" dirty="0">
                <a:sym typeface="Wingdings" panose="05000000000000000000" pitchFamily="2" charset="2"/>
              </a:rPr>
              <a:t>연속 개발이든 작은 범위의 계획 수행이든 순서대로 계획이 진행되도록 권장한다</a:t>
            </a:r>
            <a:r>
              <a:rPr lang="en-US" altLang="ko-KR" sz="1000" dirty="0">
                <a:sym typeface="Wingdings" panose="05000000000000000000" pitchFamily="2" charset="2"/>
              </a:rPr>
              <a:t>.)</a:t>
            </a:r>
          </a:p>
          <a:p>
            <a:endParaRPr lang="en-US" altLang="ko-KR" sz="1050" dirty="0">
              <a:sym typeface="Wingdings" panose="05000000000000000000" pitchFamily="2" charset="2"/>
            </a:endParaRPr>
          </a:p>
          <a:p>
            <a:r>
              <a:rPr lang="ko-KR" altLang="en-US" sz="1400" dirty="0">
                <a:sym typeface="Wingdings" panose="05000000000000000000" pitchFamily="2" charset="2"/>
              </a:rPr>
              <a:t>계획 수행 완료 시 생성된 앱에 에러가 발생했을 경우에는 에러의 피드백을 전달하고 다시 앱 작성을 요청한다</a:t>
            </a:r>
            <a:r>
              <a:rPr lang="en-US" altLang="ko-KR" sz="1400" dirty="0">
                <a:sym typeface="Wingdings" panose="05000000000000000000" pitchFamily="2" charset="2"/>
              </a:rPr>
              <a:t>.</a:t>
            </a:r>
            <a:br>
              <a:rPr lang="en-US" altLang="ko-KR" sz="1400" dirty="0">
                <a:sym typeface="Wingdings" panose="05000000000000000000" pitchFamily="2" charset="2"/>
              </a:rPr>
            </a:br>
            <a:br>
              <a:rPr lang="en-US" altLang="ko-KR" sz="1400" dirty="0">
                <a:sym typeface="Wingdings" panose="05000000000000000000" pitchFamily="2" charset="2"/>
              </a:rPr>
            </a:br>
            <a:r>
              <a:rPr lang="ko-KR" altLang="en-US" sz="1400" dirty="0">
                <a:sym typeface="Wingdings" panose="05000000000000000000" pitchFamily="2" charset="2"/>
              </a:rPr>
              <a:t>계획 수행이 정상적이라면 다시 </a:t>
            </a:r>
            <a:r>
              <a:rPr lang="en-US" altLang="ko-KR" sz="1400" dirty="0" err="1">
                <a:sym typeface="Wingdings" panose="05000000000000000000" pitchFamily="2" charset="2"/>
              </a:rPr>
              <a:t>list_tasks</a:t>
            </a:r>
            <a:r>
              <a:rPr lang="en-US" altLang="ko-KR" sz="1400" dirty="0">
                <a:sym typeface="Wingdings" panose="05000000000000000000" pitchFamily="2" charset="2"/>
              </a:rPr>
              <a:t> </a:t>
            </a:r>
            <a:r>
              <a:rPr lang="ko-KR" altLang="en-US" sz="1400" dirty="0">
                <a:sym typeface="Wingdings" panose="05000000000000000000" pitchFamily="2" charset="2"/>
              </a:rPr>
              <a:t>명령으로 완료된 작업과 남은 작업을 확인 가능하다</a:t>
            </a:r>
            <a:r>
              <a:rPr lang="en-US" altLang="ko-KR" sz="1400" dirty="0">
                <a:sym typeface="Wingdings" panose="05000000000000000000" pitchFamily="2" charset="2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28914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A31E90-21C5-8B68-16E9-D64492775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Delete_task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858F7B-A5B7-6FE9-56B2-B947669D91FD}"/>
              </a:ext>
            </a:extLst>
          </p:cNvPr>
          <p:cNvSpPr txBox="1"/>
          <p:nvPr/>
        </p:nvSpPr>
        <p:spPr>
          <a:xfrm>
            <a:off x="1084082" y="1847654"/>
            <a:ext cx="101055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Task</a:t>
            </a:r>
            <a:r>
              <a:rPr lang="ko-KR" altLang="en-US" dirty="0"/>
              <a:t>가 마음에 들지 않을 때 사용함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51975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C38293-911E-EA5E-FF24-2AE15CB45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Update_task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BE976C-57AA-621C-2A96-9D59DF4375E6}"/>
              </a:ext>
            </a:extLst>
          </p:cNvPr>
          <p:cNvSpPr txBox="1"/>
          <p:nvPr/>
        </p:nvSpPr>
        <p:spPr>
          <a:xfrm>
            <a:off x="1102936" y="1828800"/>
            <a:ext cx="10077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작업계획의 세부내용을 조정할 때 사용</a:t>
            </a:r>
          </a:p>
        </p:txBody>
      </p:sp>
    </p:spTree>
    <p:extLst>
      <p:ext uri="{BB962C8B-B14F-4D97-AF65-F5344CB8AC3E}">
        <p14:creationId xmlns:p14="http://schemas.microsoft.com/office/powerpoint/2010/main" val="3659205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9B4DEB-78B2-1327-2C16-E966388433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Analyze_task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92F768-9667-FA2C-B612-B28035BA5ECB}"/>
              </a:ext>
            </a:extLst>
          </p:cNvPr>
          <p:cNvSpPr txBox="1"/>
          <p:nvPr/>
        </p:nvSpPr>
        <p:spPr>
          <a:xfrm>
            <a:off x="1102936" y="1828800"/>
            <a:ext cx="10077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계획을 쪼개거나 </a:t>
            </a:r>
            <a:r>
              <a:rPr lang="ko-KR" altLang="en-US" dirty="0" err="1"/>
              <a:t>실행전</a:t>
            </a:r>
            <a:r>
              <a:rPr lang="ko-KR" altLang="en-US" dirty="0"/>
              <a:t> 기술적으로 타당한지 검토하는 명령어</a:t>
            </a:r>
          </a:p>
        </p:txBody>
      </p:sp>
    </p:spTree>
    <p:extLst>
      <p:ext uri="{BB962C8B-B14F-4D97-AF65-F5344CB8AC3E}">
        <p14:creationId xmlns:p14="http://schemas.microsoft.com/office/powerpoint/2010/main" val="4073534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B53422-BB29-EC12-4E78-5867CEB5F7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 err="1"/>
              <a:t>split_tasks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F82DDD-E27A-5AE3-A330-EF6D5BCEC506}"/>
              </a:ext>
            </a:extLst>
          </p:cNvPr>
          <p:cNvSpPr txBox="1"/>
          <p:nvPr/>
        </p:nvSpPr>
        <p:spPr>
          <a:xfrm>
            <a:off x="1102936" y="1828800"/>
            <a:ext cx="10077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복잡한 계획을 더 작은 단위의 </a:t>
            </a:r>
            <a:r>
              <a:rPr lang="en-US" altLang="ko-KR" dirty="0"/>
              <a:t>task</a:t>
            </a:r>
            <a:r>
              <a:rPr lang="ko-KR" altLang="en-US" dirty="0"/>
              <a:t>로 쪼개는 명령어</a:t>
            </a:r>
          </a:p>
        </p:txBody>
      </p:sp>
    </p:spTree>
    <p:extLst>
      <p:ext uri="{BB962C8B-B14F-4D97-AF65-F5344CB8AC3E}">
        <p14:creationId xmlns:p14="http://schemas.microsoft.com/office/powerpoint/2010/main" val="17168667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205E9A-B512-F3A3-FF0C-1777FF901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Reflect task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4AECFE-4326-81D1-B3EC-D68D9AC89F32}"/>
              </a:ext>
            </a:extLst>
          </p:cNvPr>
          <p:cNvSpPr txBox="1"/>
          <p:nvPr/>
        </p:nvSpPr>
        <p:spPr>
          <a:xfrm>
            <a:off x="1102936" y="1828800"/>
            <a:ext cx="10077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작업을 한번 더 검토하고 개선</a:t>
            </a:r>
          </a:p>
        </p:txBody>
      </p:sp>
    </p:spTree>
    <p:extLst>
      <p:ext uri="{BB962C8B-B14F-4D97-AF65-F5344CB8AC3E}">
        <p14:creationId xmlns:p14="http://schemas.microsoft.com/office/powerpoint/2010/main" val="35826455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66CF5A-F335-6FEB-61AC-A1B475503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Analyze_task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07877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8EEEB0-2A0D-8A82-CF98-966283132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Verify_task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91990F-E311-6CEB-9EFE-751AD519F85D}"/>
              </a:ext>
            </a:extLst>
          </p:cNvPr>
          <p:cNvSpPr txBox="1"/>
          <p:nvPr/>
        </p:nvSpPr>
        <p:spPr>
          <a:xfrm>
            <a:off x="1112363" y="1894788"/>
            <a:ext cx="101055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완료</a:t>
            </a:r>
            <a:r>
              <a:rPr lang="en-US" altLang="ko-KR" dirty="0"/>
              <a:t> </a:t>
            </a:r>
            <a:r>
              <a:rPr lang="ko-KR" altLang="en-US" dirty="0"/>
              <a:t>여부를 점수로 판정하는 </a:t>
            </a:r>
            <a:r>
              <a:rPr lang="en-US" altLang="ko-KR" dirty="0"/>
              <a:t>“</a:t>
            </a:r>
            <a:r>
              <a:rPr lang="ko-KR" altLang="en-US" dirty="0"/>
              <a:t>자가 채점</a:t>
            </a:r>
            <a:r>
              <a:rPr lang="en-US" altLang="ko-KR" dirty="0"/>
              <a:t>“ </a:t>
            </a:r>
            <a:r>
              <a:rPr lang="ko-KR" altLang="en-US" dirty="0"/>
              <a:t>명령어</a:t>
            </a:r>
          </a:p>
        </p:txBody>
      </p:sp>
    </p:spTree>
    <p:extLst>
      <p:ext uri="{BB962C8B-B14F-4D97-AF65-F5344CB8AC3E}">
        <p14:creationId xmlns:p14="http://schemas.microsoft.com/office/powerpoint/2010/main" val="3729531038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78</TotalTime>
  <Words>594</Words>
  <Application>Microsoft Office PowerPoint</Application>
  <PresentationFormat>와이드스크린</PresentationFormat>
  <Paragraphs>66</Paragraphs>
  <Slides>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2" baseType="lpstr">
      <vt:lpstr>Monaspace Neon</vt:lpstr>
      <vt:lpstr>Calibri</vt:lpstr>
      <vt:lpstr>Calibri Light</vt:lpstr>
      <vt:lpstr>Wingdings</vt:lpstr>
      <vt:lpstr>추억</vt:lpstr>
      <vt:lpstr>Shrimp Task Master MCP</vt:lpstr>
      <vt:lpstr>Shrimp Task Manager 학습 참고 주소</vt:lpstr>
      <vt:lpstr>Shrimp Task Mananger 설치-1</vt:lpstr>
      <vt:lpstr>Shrimp Task Mananger 설치-2</vt:lpstr>
      <vt:lpstr>Shrimp Task Manager 기능 살펴보기-1</vt:lpstr>
      <vt:lpstr>Init_project_rules -1</vt:lpstr>
      <vt:lpstr>Init_project_rules -2 [reseach_mode]</vt:lpstr>
      <vt:lpstr>Plan_task</vt:lpstr>
      <vt:lpstr>Plan_task -2 [list_tasks]</vt:lpstr>
      <vt:lpstr>Execute_task</vt:lpstr>
      <vt:lpstr>Delete_task</vt:lpstr>
      <vt:lpstr>Update_task</vt:lpstr>
      <vt:lpstr>Analyze_task</vt:lpstr>
      <vt:lpstr>split_tasks</vt:lpstr>
      <vt:lpstr>Reflect task</vt:lpstr>
      <vt:lpstr>Analyze_task</vt:lpstr>
      <vt:lpstr>Verify_task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38</cp:revision>
  <dcterms:created xsi:type="dcterms:W3CDTF">2026-07-01T12:22:44Z</dcterms:created>
  <dcterms:modified xsi:type="dcterms:W3CDTF">2026-07-01T14:59:21Z</dcterms:modified>
</cp:coreProperties>
</file>