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6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0" y="6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B462-B40D-428D-8FC4-842D104849FE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88950-B8EE-4EF7-A3A3-812B2EE91E99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3017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B462-B40D-428D-8FC4-842D104849FE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88950-B8EE-4EF7-A3A3-812B2EE91E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3231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B462-B40D-428D-8FC4-842D104849FE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88950-B8EE-4EF7-A3A3-812B2EE91E99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2384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B462-B40D-428D-8FC4-842D104849FE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88950-B8EE-4EF7-A3A3-812B2EE91E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4833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B462-B40D-428D-8FC4-842D104849FE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88950-B8EE-4EF7-A3A3-812B2EE91E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765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B462-B40D-428D-8FC4-842D104849FE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88950-B8EE-4EF7-A3A3-812B2EE91E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0006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B462-B40D-428D-8FC4-842D104849FE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88950-B8EE-4EF7-A3A3-812B2EE91E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7406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FDCCB462-B40D-428D-8FC4-842D104849FE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6488950-B8EE-4EF7-A3A3-812B2EE91E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9361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B462-B40D-428D-8FC4-842D104849FE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88950-B8EE-4EF7-A3A3-812B2EE91E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1347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B462-B40D-428D-8FC4-842D104849FE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88950-B8EE-4EF7-A3A3-812B2EE91E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4897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B462-B40D-428D-8FC4-842D104849FE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88950-B8EE-4EF7-A3A3-812B2EE91E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2882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FDCCB462-B40D-428D-8FC4-842D104849FE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6488950-B8EE-4EF7-A3A3-812B2EE91E99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8627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0BF99D-51EE-C4CD-6B0F-DB21988998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Task Master AI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C708BB3-833D-271A-C8AB-F6333494C9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102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A11D4E-5DA3-55D9-3369-0B6E07C30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Task Master AI </a:t>
            </a:r>
            <a:r>
              <a:rPr lang="ko-KR" altLang="en-US" dirty="0"/>
              <a:t>필요성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50AEAF-F878-617B-C129-0C86D0245D8B}"/>
              </a:ext>
            </a:extLst>
          </p:cNvPr>
          <p:cNvSpPr txBox="1"/>
          <p:nvPr/>
        </p:nvSpPr>
        <p:spPr>
          <a:xfrm>
            <a:off x="1253765" y="1913641"/>
            <a:ext cx="99019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1. AI </a:t>
            </a:r>
            <a:r>
              <a:rPr lang="ko-KR" altLang="en-US" dirty="0" err="1"/>
              <a:t>개발시</a:t>
            </a:r>
            <a:r>
              <a:rPr lang="ko-KR" altLang="en-US" dirty="0"/>
              <a:t> 갑자기 이상한 방향으로 개발하는 경우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en-US" altLang="ko-KR" dirty="0"/>
              <a:t>2. </a:t>
            </a:r>
            <a:r>
              <a:rPr lang="ko-KR" altLang="en-US" dirty="0"/>
              <a:t>개발했던 기능을 다시 개발하려는 경우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3. </a:t>
            </a:r>
            <a:r>
              <a:rPr lang="ko-KR" altLang="en-US" dirty="0"/>
              <a:t>요청하지 않은 기능이지만 방대한 기능을 작성하는 경우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16959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13AA87-59CB-468E-DBA7-6F1A5DEA9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Cli - Install 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E9D19E0-4E9D-C826-95E9-4862CA2C38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033" y="1829065"/>
            <a:ext cx="5029221" cy="437795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651613-B32F-1636-B1BC-52B9C688EC18}"/>
              </a:ext>
            </a:extLst>
          </p:cNvPr>
          <p:cNvSpPr txBox="1"/>
          <p:nvPr/>
        </p:nvSpPr>
        <p:spPr>
          <a:xfrm>
            <a:off x="5621539" y="1737360"/>
            <a:ext cx="6094428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# </a:t>
            </a:r>
            <a:r>
              <a:rPr lang="ko-KR" altLang="en-US" dirty="0" err="1"/>
              <a:t>Install</a:t>
            </a:r>
            <a:r>
              <a:rPr lang="ko-KR" altLang="en-US" dirty="0"/>
              <a:t> </a:t>
            </a:r>
            <a:r>
              <a:rPr lang="ko-KR" altLang="en-US" dirty="0" err="1"/>
              <a:t>globally</a:t>
            </a:r>
            <a:endParaRPr lang="ko-KR" altLang="en-US" dirty="0"/>
          </a:p>
          <a:p>
            <a:r>
              <a:rPr lang="ko-KR" altLang="en-US" sz="1200" dirty="0" err="1"/>
              <a:t>npm</a:t>
            </a:r>
            <a:r>
              <a:rPr lang="ko-KR" altLang="en-US" sz="1200" dirty="0"/>
              <a:t> </a:t>
            </a:r>
            <a:r>
              <a:rPr lang="ko-KR" altLang="en-US" sz="1200" dirty="0" err="1"/>
              <a:t>install</a:t>
            </a:r>
            <a:r>
              <a:rPr lang="ko-KR" altLang="en-US" sz="1200" dirty="0"/>
              <a:t> -</a:t>
            </a:r>
            <a:r>
              <a:rPr lang="ko-KR" altLang="en-US" sz="1200" dirty="0" err="1"/>
              <a:t>g</a:t>
            </a:r>
            <a:r>
              <a:rPr lang="ko-KR" altLang="en-US" sz="1200" dirty="0"/>
              <a:t> </a:t>
            </a:r>
            <a:r>
              <a:rPr lang="ko-KR" altLang="en-US" sz="1200" dirty="0" err="1"/>
              <a:t>task-master-ai</a:t>
            </a:r>
            <a:endParaRPr lang="ko-KR" altLang="en-US" sz="1200" dirty="0"/>
          </a:p>
          <a:p>
            <a:endParaRPr lang="ko-KR" altLang="en-US" sz="1200" dirty="0"/>
          </a:p>
          <a:p>
            <a:r>
              <a:rPr lang="ko-KR" altLang="en-US" sz="1200" dirty="0"/>
              <a:t># OR </a:t>
            </a:r>
            <a:r>
              <a:rPr lang="ko-KR" altLang="en-US" sz="1200" dirty="0" err="1"/>
              <a:t>install</a:t>
            </a:r>
            <a:r>
              <a:rPr lang="ko-KR" altLang="en-US" sz="1200" dirty="0"/>
              <a:t> </a:t>
            </a:r>
            <a:r>
              <a:rPr lang="ko-KR" altLang="en-US" sz="1200" dirty="0" err="1"/>
              <a:t>locally</a:t>
            </a:r>
            <a:r>
              <a:rPr lang="ko-KR" altLang="en-US" sz="1200" dirty="0"/>
              <a:t> </a:t>
            </a:r>
            <a:r>
              <a:rPr lang="ko-KR" altLang="en-US" sz="1200" dirty="0" err="1"/>
              <a:t>within</a:t>
            </a:r>
            <a:r>
              <a:rPr lang="ko-KR" altLang="en-US" sz="1200" dirty="0"/>
              <a:t> </a:t>
            </a:r>
            <a:r>
              <a:rPr lang="ko-KR" altLang="en-US" sz="1200" dirty="0" err="1"/>
              <a:t>your</a:t>
            </a:r>
            <a:r>
              <a:rPr lang="ko-KR" altLang="en-US" sz="1200" dirty="0"/>
              <a:t> </a:t>
            </a:r>
            <a:r>
              <a:rPr lang="ko-KR" altLang="en-US" sz="1200" dirty="0" err="1"/>
              <a:t>project</a:t>
            </a:r>
            <a:endParaRPr lang="ko-KR" altLang="en-US" sz="1200" dirty="0"/>
          </a:p>
          <a:p>
            <a:r>
              <a:rPr lang="ko-KR" altLang="en-US" sz="1200" dirty="0" err="1"/>
              <a:t>npm</a:t>
            </a:r>
            <a:r>
              <a:rPr lang="ko-KR" altLang="en-US" sz="1200" dirty="0"/>
              <a:t> </a:t>
            </a:r>
            <a:r>
              <a:rPr lang="ko-KR" altLang="en-US" sz="1200" dirty="0" err="1"/>
              <a:t>install</a:t>
            </a:r>
            <a:r>
              <a:rPr lang="ko-KR" altLang="en-US" sz="1200" dirty="0"/>
              <a:t> </a:t>
            </a:r>
            <a:r>
              <a:rPr lang="ko-KR" altLang="en-US" sz="1200" dirty="0" err="1"/>
              <a:t>task-master-ai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# Initialize a new project</a:t>
            </a:r>
            <a:br>
              <a:rPr lang="en-US" altLang="ko-KR" dirty="0"/>
            </a:br>
            <a:r>
              <a:rPr lang="en-US" altLang="ko-KR" sz="1200" dirty="0"/>
              <a:t># If installed globally</a:t>
            </a:r>
          </a:p>
          <a:p>
            <a:r>
              <a:rPr lang="en-US" altLang="ko-KR" sz="1200" dirty="0"/>
              <a:t>task-master </a:t>
            </a:r>
            <a:r>
              <a:rPr lang="en-US" altLang="ko-KR" sz="1200" dirty="0" err="1"/>
              <a:t>init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dirty="0"/>
              <a:t># If installed locally</a:t>
            </a:r>
          </a:p>
          <a:p>
            <a:r>
              <a:rPr lang="en-US" altLang="ko-KR" sz="1200" dirty="0" err="1"/>
              <a:t>npx</a:t>
            </a:r>
            <a:r>
              <a:rPr lang="en-US" altLang="ko-KR" sz="1200" dirty="0"/>
              <a:t> task-master </a:t>
            </a:r>
            <a:r>
              <a:rPr lang="en-US" altLang="ko-KR" sz="1200" dirty="0" err="1"/>
              <a:t>init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dirty="0"/>
              <a:t># Initialize project with specific rules</a:t>
            </a:r>
          </a:p>
          <a:p>
            <a:r>
              <a:rPr lang="en-US" altLang="ko-KR" sz="1200" dirty="0"/>
              <a:t>task-master </a:t>
            </a:r>
            <a:r>
              <a:rPr lang="en-US" altLang="ko-KR" sz="1200" dirty="0" err="1"/>
              <a:t>init</a:t>
            </a:r>
            <a:r>
              <a:rPr lang="en-US" altLang="ko-KR" sz="1200" dirty="0"/>
              <a:t> --rules </a:t>
            </a:r>
            <a:r>
              <a:rPr lang="en-US" altLang="ko-KR" sz="1200" dirty="0" err="1"/>
              <a:t>cursor,windsurf,vscode</a:t>
            </a:r>
            <a:br>
              <a:rPr lang="en-US" altLang="ko-KR" sz="1200" dirty="0"/>
            </a:br>
            <a:r>
              <a:rPr lang="en-US" altLang="ko-KR" sz="1200" dirty="0">
                <a:sym typeface="Wingdings" panose="05000000000000000000" pitchFamily="2" charset="2"/>
              </a:rPr>
              <a:t> </a:t>
            </a:r>
            <a:r>
              <a:rPr lang="ko-KR" altLang="en-US" sz="1200" dirty="0">
                <a:sym typeface="Wingdings" panose="05000000000000000000" pitchFamily="2" charset="2"/>
              </a:rPr>
              <a:t>설치는 </a:t>
            </a:r>
            <a:r>
              <a:rPr lang="en-US" altLang="ko-KR" sz="1200" dirty="0">
                <a:sym typeface="Wingdings" panose="05000000000000000000" pitchFamily="2" charset="2"/>
              </a:rPr>
              <a:t>cli </a:t>
            </a:r>
            <a:r>
              <a:rPr lang="ko-KR" altLang="en-US" sz="1200" dirty="0">
                <a:sym typeface="Wingdings" panose="05000000000000000000" pitchFamily="2" charset="2"/>
              </a:rPr>
              <a:t>글로벌로 실행은 </a:t>
            </a:r>
            <a:r>
              <a:rPr lang="en-US" altLang="ko-KR" sz="1200" dirty="0">
                <a:sym typeface="Wingdings" panose="05000000000000000000" pitchFamily="2" charset="2"/>
              </a:rPr>
              <a:t>Claude Code </a:t>
            </a:r>
            <a:r>
              <a:rPr lang="ko-KR" altLang="en-US" sz="1200" dirty="0">
                <a:sym typeface="Wingdings" panose="05000000000000000000" pitchFamily="2" charset="2"/>
              </a:rPr>
              <a:t>의 </a:t>
            </a:r>
            <a:r>
              <a:rPr lang="en-US" altLang="ko-KR" sz="1200" dirty="0">
                <a:sym typeface="Wingdings" panose="05000000000000000000" pitchFamily="2" charset="2"/>
              </a:rPr>
              <a:t>MCP</a:t>
            </a:r>
            <a:r>
              <a:rPr lang="ko-KR" altLang="en-US" sz="1200" dirty="0">
                <a:sym typeface="Wingdings" panose="05000000000000000000" pitchFamily="2" charset="2"/>
              </a:rPr>
              <a:t>로 진행</a:t>
            </a:r>
            <a:endParaRPr lang="ko-KR" altLang="en-US" sz="12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AE38190-01D1-9FD5-E717-D3326DB4EB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1539" y="5100511"/>
            <a:ext cx="4757372" cy="1701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502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596BCE-C16E-16DD-F2FD-1C7D3231C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MCP</a:t>
            </a:r>
            <a:r>
              <a:rPr lang="ko-KR" altLang="en-US" dirty="0"/>
              <a:t> </a:t>
            </a:r>
            <a:r>
              <a:rPr lang="en-US" altLang="ko-KR"/>
              <a:t>– Install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04985657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14</TotalTime>
  <Words>109</Words>
  <Application>Microsoft Office PowerPoint</Application>
  <PresentationFormat>와이드스크린</PresentationFormat>
  <Paragraphs>17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Calibri</vt:lpstr>
      <vt:lpstr>Calibri Light</vt:lpstr>
      <vt:lpstr>Wingdings</vt:lpstr>
      <vt:lpstr>추억</vt:lpstr>
      <vt:lpstr>Task Master AI</vt:lpstr>
      <vt:lpstr>Task Master AI 필요성</vt:lpstr>
      <vt:lpstr>Cli - Install </vt:lpstr>
      <vt:lpstr>MCP – Install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7</cp:revision>
  <dcterms:created xsi:type="dcterms:W3CDTF">2026-07-01T12:22:44Z</dcterms:created>
  <dcterms:modified xsi:type="dcterms:W3CDTF">2026-07-01T12:37:32Z</dcterms:modified>
</cp:coreProperties>
</file>