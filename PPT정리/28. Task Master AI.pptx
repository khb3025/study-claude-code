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01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3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38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83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00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40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36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34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89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88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CCB462-B40D-428D-8FC4-842D104849FE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488950-B8EE-4EF7-A3A3-812B2EE91E9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7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BF99D-51EE-C4CD-6B0F-DB2198899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Task Master AI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708BB3-833D-271A-C8AB-F6333494C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0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11D4E-5DA3-55D9-3369-0B6E07C3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Task Master AI </a:t>
            </a:r>
            <a:r>
              <a:rPr lang="ko-KR" altLang="en-US" dirty="0"/>
              <a:t>필요성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0AEAF-F878-617B-C129-0C86D0245D8B}"/>
              </a:ext>
            </a:extLst>
          </p:cNvPr>
          <p:cNvSpPr txBox="1"/>
          <p:nvPr/>
        </p:nvSpPr>
        <p:spPr>
          <a:xfrm>
            <a:off x="1253765" y="1913641"/>
            <a:ext cx="9901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AI </a:t>
            </a:r>
            <a:r>
              <a:rPr lang="ko-KR" altLang="en-US" dirty="0" err="1"/>
              <a:t>개발시</a:t>
            </a:r>
            <a:r>
              <a:rPr lang="ko-KR" altLang="en-US" dirty="0"/>
              <a:t> 갑자기 이상한 방향으로 개발하는 경우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개발했던 기능을 다시 개발하려는 경우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요청하지 않은 기능이지만 방대한 기능을 작성하는 경우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695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AA87-59CB-468E-DBA7-6F1A5DEA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 - Install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9D19E0-4E9D-C826-95E9-4862CA2C3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3" y="1829065"/>
            <a:ext cx="5029221" cy="43779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51613-B32F-1636-B1BC-52B9C688EC18}"/>
              </a:ext>
            </a:extLst>
          </p:cNvPr>
          <p:cNvSpPr txBox="1"/>
          <p:nvPr/>
        </p:nvSpPr>
        <p:spPr>
          <a:xfrm>
            <a:off x="5621539" y="1737360"/>
            <a:ext cx="609442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# </a:t>
            </a:r>
            <a:r>
              <a:rPr lang="ko-KR" altLang="en-US" dirty="0" err="1"/>
              <a:t>Install</a:t>
            </a:r>
            <a:r>
              <a:rPr lang="ko-KR" altLang="en-US" dirty="0"/>
              <a:t> </a:t>
            </a:r>
            <a:r>
              <a:rPr lang="ko-KR" altLang="en-US" dirty="0" err="1"/>
              <a:t>globally</a:t>
            </a:r>
            <a:endParaRPr lang="ko-KR" altLang="en-US" dirty="0"/>
          </a:p>
          <a:p>
            <a:r>
              <a:rPr lang="ko-KR" altLang="en-US" sz="1200" dirty="0" err="1"/>
              <a:t>npm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install</a:t>
            </a:r>
            <a:r>
              <a:rPr lang="ko-KR" altLang="en-US" sz="1200" dirty="0"/>
              <a:t> -</a:t>
            </a:r>
            <a:r>
              <a:rPr lang="ko-KR" altLang="en-US" sz="1200" dirty="0" err="1"/>
              <a:t>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task-master-ai</a:t>
            </a:r>
            <a:endParaRPr lang="ko-KR" altLang="en-US" sz="1200" dirty="0"/>
          </a:p>
          <a:p>
            <a:endParaRPr lang="ko-KR" altLang="en-US" sz="1200" dirty="0"/>
          </a:p>
          <a:p>
            <a:r>
              <a:rPr lang="ko-KR" altLang="en-US" sz="1200" dirty="0"/>
              <a:t># OR </a:t>
            </a:r>
            <a:r>
              <a:rPr lang="ko-KR" altLang="en-US" sz="1200" dirty="0" err="1"/>
              <a:t>install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locally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within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your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project</a:t>
            </a:r>
            <a:endParaRPr lang="ko-KR" altLang="en-US" sz="1200" dirty="0"/>
          </a:p>
          <a:p>
            <a:r>
              <a:rPr lang="ko-KR" altLang="en-US" sz="1200" dirty="0" err="1"/>
              <a:t>npm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install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task-master-ai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/>
            </a:br>
            <a:r>
              <a:rPr lang="en-US" altLang="ko-KR"/>
              <a:t># Initialize </a:t>
            </a:r>
            <a:r>
              <a:rPr lang="en-US" altLang="ko-KR" dirty="0"/>
              <a:t>a new project</a:t>
            </a:r>
            <a:br>
              <a:rPr lang="en-US" altLang="ko-KR" dirty="0"/>
            </a:br>
            <a:r>
              <a:rPr lang="en-US" altLang="ko-KR" sz="1200" dirty="0"/>
              <a:t># If installed globally</a:t>
            </a:r>
          </a:p>
          <a:p>
            <a:r>
              <a:rPr lang="en-US" altLang="ko-KR" sz="1200" dirty="0"/>
              <a:t>task-master </a:t>
            </a:r>
            <a:r>
              <a:rPr lang="en-US" altLang="ko-KR" sz="1200" dirty="0" err="1"/>
              <a:t>init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# If installed locally</a:t>
            </a:r>
          </a:p>
          <a:p>
            <a:r>
              <a:rPr lang="en-US" altLang="ko-KR" sz="1200" dirty="0" err="1"/>
              <a:t>npx</a:t>
            </a:r>
            <a:r>
              <a:rPr lang="en-US" altLang="ko-KR" sz="1200" dirty="0"/>
              <a:t> task-master </a:t>
            </a:r>
            <a:r>
              <a:rPr lang="en-US" altLang="ko-KR" sz="1200" dirty="0" err="1"/>
              <a:t>init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# Initialize project with specific rules</a:t>
            </a:r>
          </a:p>
          <a:p>
            <a:r>
              <a:rPr lang="en-US" altLang="ko-KR" sz="1200" dirty="0"/>
              <a:t>task-master </a:t>
            </a:r>
            <a:r>
              <a:rPr lang="en-US" altLang="ko-KR" sz="1200" dirty="0" err="1"/>
              <a:t>init</a:t>
            </a:r>
            <a:r>
              <a:rPr lang="en-US" altLang="ko-KR" sz="1200" dirty="0"/>
              <a:t> --rules </a:t>
            </a:r>
            <a:r>
              <a:rPr lang="en-US" altLang="ko-KR" sz="1200" dirty="0" err="1"/>
              <a:t>cursor,windsurf,vscode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4750254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</TotalTime>
  <Words>95</Words>
  <Application>Microsoft Office PowerPoint</Application>
  <PresentationFormat>와이드스크린</PresentationFormat>
  <Paragraphs>16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추억</vt:lpstr>
      <vt:lpstr>Task Master AI</vt:lpstr>
      <vt:lpstr>Task Master AI 필요성</vt:lpstr>
      <vt:lpstr>Cli - Install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</cp:revision>
  <dcterms:created xsi:type="dcterms:W3CDTF">2026-07-01T12:22:44Z</dcterms:created>
  <dcterms:modified xsi:type="dcterms:W3CDTF">2026-07-01T12:30:21Z</dcterms:modified>
</cp:coreProperties>
</file>