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8" r:id="rId3"/>
    <p:sldId id="259" r:id="rId4"/>
    <p:sldId id="260" r:id="rId5"/>
    <p:sldId id="261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976" autoAdjust="0"/>
    <p:restoredTop sz="94660"/>
  </p:normalViewPr>
  <p:slideViewPr>
    <p:cSldViewPr snapToGrid="0">
      <p:cViewPr varScale="1">
        <p:scale>
          <a:sx n="102" d="100"/>
          <a:sy n="102" d="100"/>
        </p:scale>
        <p:origin x="120" y="6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CCB462-B40D-428D-8FC4-842D104849FE}" type="datetimeFigureOut">
              <a:rPr lang="ko-KR" altLang="en-US" smtClean="0"/>
              <a:t>2026-07-01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488950-B8EE-4EF7-A3A3-812B2EE91E99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630176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CCB462-B40D-428D-8FC4-842D104849FE}" type="datetimeFigureOut">
              <a:rPr lang="ko-KR" altLang="en-US" smtClean="0"/>
              <a:t>2026-07-01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488950-B8EE-4EF7-A3A3-812B2EE91E9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432315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CCB462-B40D-428D-8FC4-842D104849FE}" type="datetimeFigureOut">
              <a:rPr lang="ko-KR" altLang="en-US" smtClean="0"/>
              <a:t>2026-07-01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488950-B8EE-4EF7-A3A3-812B2EE91E99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923842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CCB462-B40D-428D-8FC4-842D104849FE}" type="datetimeFigureOut">
              <a:rPr lang="ko-KR" altLang="en-US" smtClean="0"/>
              <a:t>2026-07-01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488950-B8EE-4EF7-A3A3-812B2EE91E9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948337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CCB462-B40D-428D-8FC4-842D104849FE}" type="datetimeFigureOut">
              <a:rPr lang="ko-KR" altLang="en-US" smtClean="0"/>
              <a:t>2026-07-01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488950-B8EE-4EF7-A3A3-812B2EE91E9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47655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CCB462-B40D-428D-8FC4-842D104849FE}" type="datetimeFigureOut">
              <a:rPr lang="ko-KR" altLang="en-US" smtClean="0"/>
              <a:t>2026-07-01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488950-B8EE-4EF7-A3A3-812B2EE91E9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300068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CCB462-B40D-428D-8FC4-842D104849FE}" type="datetimeFigureOut">
              <a:rPr lang="ko-KR" altLang="en-US" smtClean="0"/>
              <a:t>2026-07-01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488950-B8EE-4EF7-A3A3-812B2EE91E9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074069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FDCCB462-B40D-428D-8FC4-842D104849FE}" type="datetimeFigureOut">
              <a:rPr lang="ko-KR" altLang="en-US" smtClean="0"/>
              <a:t>2026-07-01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06488950-B8EE-4EF7-A3A3-812B2EE91E9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593615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CCB462-B40D-428D-8FC4-842D104849FE}" type="datetimeFigureOut">
              <a:rPr lang="ko-KR" altLang="en-US" smtClean="0"/>
              <a:t>2026-07-01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488950-B8EE-4EF7-A3A3-812B2EE91E9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713478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CCB462-B40D-428D-8FC4-842D104849FE}" type="datetimeFigureOut">
              <a:rPr lang="ko-KR" altLang="en-US" smtClean="0"/>
              <a:t>2026-07-01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488950-B8EE-4EF7-A3A3-812B2EE91E9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548979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CCB462-B40D-428D-8FC4-842D104849FE}" type="datetimeFigureOut">
              <a:rPr lang="ko-KR" altLang="en-US" smtClean="0"/>
              <a:t>2026-07-01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488950-B8EE-4EF7-A3A3-812B2EE91E9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628825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FDCCB462-B40D-428D-8FC4-842D104849FE}" type="datetimeFigureOut">
              <a:rPr lang="ko-KR" altLang="en-US" smtClean="0"/>
              <a:t>2026-07-01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06488950-B8EE-4EF7-A3A3-812B2EE91E99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686271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1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1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20BF99D-51EE-C4CD-6B0F-DB219889987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Task Master AI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C708BB3-833D-271A-C8AB-F6333494C9B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10255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AA11D4E-5DA3-55D9-3369-0B6E07C30D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Task Master AI </a:t>
            </a:r>
            <a:r>
              <a:rPr lang="ko-KR" altLang="en-US" dirty="0"/>
              <a:t>필요성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E50AEAF-F878-617B-C129-0C86D0245D8B}"/>
              </a:ext>
            </a:extLst>
          </p:cNvPr>
          <p:cNvSpPr txBox="1"/>
          <p:nvPr/>
        </p:nvSpPr>
        <p:spPr>
          <a:xfrm>
            <a:off x="1253765" y="1913641"/>
            <a:ext cx="990191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1. AI </a:t>
            </a:r>
            <a:r>
              <a:rPr lang="ko-KR" altLang="en-US" dirty="0" err="1"/>
              <a:t>개발시</a:t>
            </a:r>
            <a:r>
              <a:rPr lang="ko-KR" altLang="en-US" dirty="0"/>
              <a:t> 갑자기 이상한 방향으로 개발하는 경우</a:t>
            </a:r>
            <a:r>
              <a:rPr lang="en-US" altLang="ko-KR" dirty="0"/>
              <a:t>. </a:t>
            </a:r>
            <a:br>
              <a:rPr lang="en-US" altLang="ko-KR" dirty="0"/>
            </a:br>
            <a:r>
              <a:rPr lang="en-US" altLang="ko-KR" dirty="0"/>
              <a:t>2. </a:t>
            </a:r>
            <a:r>
              <a:rPr lang="ko-KR" altLang="en-US" dirty="0"/>
              <a:t>개발했던 기능을 다시 개발하려는 경우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3. </a:t>
            </a:r>
            <a:r>
              <a:rPr lang="ko-KR" altLang="en-US" dirty="0"/>
              <a:t>요청하지 않은 기능이지만 방대한 기능을 작성하는 경우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169596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413AA87-59CB-468E-DBA7-6F1A5DEA98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Cli - Install 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4E9D19E0-4E9D-C826-95E9-4862CA2C38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033" y="1829065"/>
            <a:ext cx="5029221" cy="437795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A651613-B32F-1636-B1BC-52B9C688EC18}"/>
              </a:ext>
            </a:extLst>
          </p:cNvPr>
          <p:cNvSpPr txBox="1"/>
          <p:nvPr/>
        </p:nvSpPr>
        <p:spPr>
          <a:xfrm>
            <a:off x="5621539" y="1737360"/>
            <a:ext cx="6094428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# </a:t>
            </a:r>
            <a:r>
              <a:rPr lang="ko-KR" altLang="en-US" dirty="0" err="1"/>
              <a:t>Install</a:t>
            </a:r>
            <a:r>
              <a:rPr lang="ko-KR" altLang="en-US" dirty="0"/>
              <a:t> </a:t>
            </a:r>
            <a:r>
              <a:rPr lang="ko-KR" altLang="en-US" dirty="0" err="1"/>
              <a:t>globally</a:t>
            </a:r>
            <a:endParaRPr lang="ko-KR" altLang="en-US" dirty="0"/>
          </a:p>
          <a:p>
            <a:r>
              <a:rPr lang="ko-KR" altLang="en-US" sz="1200" dirty="0" err="1"/>
              <a:t>npm</a:t>
            </a:r>
            <a:r>
              <a:rPr lang="ko-KR" altLang="en-US" sz="1200" dirty="0"/>
              <a:t> </a:t>
            </a:r>
            <a:r>
              <a:rPr lang="ko-KR" altLang="en-US" sz="1200" dirty="0" err="1"/>
              <a:t>install</a:t>
            </a:r>
            <a:r>
              <a:rPr lang="ko-KR" altLang="en-US" sz="1200" dirty="0"/>
              <a:t> -</a:t>
            </a:r>
            <a:r>
              <a:rPr lang="ko-KR" altLang="en-US" sz="1200" dirty="0" err="1"/>
              <a:t>g</a:t>
            </a:r>
            <a:r>
              <a:rPr lang="ko-KR" altLang="en-US" sz="1200" dirty="0"/>
              <a:t> </a:t>
            </a:r>
            <a:r>
              <a:rPr lang="ko-KR" altLang="en-US" sz="1200" dirty="0" err="1"/>
              <a:t>task-master-ai</a:t>
            </a:r>
            <a:endParaRPr lang="ko-KR" altLang="en-US" sz="1200" dirty="0"/>
          </a:p>
          <a:p>
            <a:endParaRPr lang="ko-KR" altLang="en-US" sz="1200" dirty="0"/>
          </a:p>
          <a:p>
            <a:r>
              <a:rPr lang="ko-KR" altLang="en-US" sz="1200" dirty="0"/>
              <a:t># OR </a:t>
            </a:r>
            <a:r>
              <a:rPr lang="ko-KR" altLang="en-US" sz="1200" dirty="0" err="1"/>
              <a:t>install</a:t>
            </a:r>
            <a:r>
              <a:rPr lang="ko-KR" altLang="en-US" sz="1200" dirty="0"/>
              <a:t> </a:t>
            </a:r>
            <a:r>
              <a:rPr lang="ko-KR" altLang="en-US" sz="1200" dirty="0" err="1"/>
              <a:t>locally</a:t>
            </a:r>
            <a:r>
              <a:rPr lang="ko-KR" altLang="en-US" sz="1200" dirty="0"/>
              <a:t> </a:t>
            </a:r>
            <a:r>
              <a:rPr lang="ko-KR" altLang="en-US" sz="1200" dirty="0" err="1"/>
              <a:t>within</a:t>
            </a:r>
            <a:r>
              <a:rPr lang="ko-KR" altLang="en-US" sz="1200" dirty="0"/>
              <a:t> </a:t>
            </a:r>
            <a:r>
              <a:rPr lang="ko-KR" altLang="en-US" sz="1200" dirty="0" err="1"/>
              <a:t>your</a:t>
            </a:r>
            <a:r>
              <a:rPr lang="ko-KR" altLang="en-US" sz="1200" dirty="0"/>
              <a:t> </a:t>
            </a:r>
            <a:r>
              <a:rPr lang="ko-KR" altLang="en-US" sz="1200" dirty="0" err="1"/>
              <a:t>project</a:t>
            </a:r>
            <a:endParaRPr lang="ko-KR" altLang="en-US" sz="1200" dirty="0"/>
          </a:p>
          <a:p>
            <a:r>
              <a:rPr lang="ko-KR" altLang="en-US" sz="1200" dirty="0" err="1"/>
              <a:t>npm</a:t>
            </a:r>
            <a:r>
              <a:rPr lang="ko-KR" altLang="en-US" sz="1200" dirty="0"/>
              <a:t> </a:t>
            </a:r>
            <a:r>
              <a:rPr lang="ko-KR" altLang="en-US" sz="1200" dirty="0" err="1"/>
              <a:t>install</a:t>
            </a:r>
            <a:r>
              <a:rPr lang="ko-KR" altLang="en-US" sz="1200" dirty="0"/>
              <a:t> </a:t>
            </a:r>
            <a:r>
              <a:rPr lang="ko-KR" altLang="en-US" sz="1200" dirty="0" err="1"/>
              <a:t>task-master-ai</a:t>
            </a:r>
            <a:br>
              <a:rPr lang="en-US" altLang="ko-KR" dirty="0"/>
            </a:br>
            <a:br>
              <a:rPr lang="en-US" altLang="ko-KR" dirty="0"/>
            </a:br>
            <a:r>
              <a:rPr lang="en-US" altLang="ko-KR" dirty="0"/>
              <a:t># Initialize a new project</a:t>
            </a:r>
            <a:br>
              <a:rPr lang="en-US" altLang="ko-KR" dirty="0"/>
            </a:br>
            <a:r>
              <a:rPr lang="en-US" altLang="ko-KR" sz="1200" dirty="0"/>
              <a:t># If installed globally</a:t>
            </a:r>
          </a:p>
          <a:p>
            <a:r>
              <a:rPr lang="en-US" altLang="ko-KR" sz="1200" dirty="0"/>
              <a:t>task-master </a:t>
            </a:r>
            <a:r>
              <a:rPr lang="en-US" altLang="ko-KR" sz="1200" dirty="0" err="1"/>
              <a:t>init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en-US" altLang="ko-KR" sz="1200" dirty="0"/>
              <a:t># If installed locally</a:t>
            </a:r>
          </a:p>
          <a:p>
            <a:r>
              <a:rPr lang="en-US" altLang="ko-KR" sz="1200" dirty="0" err="1"/>
              <a:t>npx</a:t>
            </a:r>
            <a:r>
              <a:rPr lang="en-US" altLang="ko-KR" sz="1200" dirty="0"/>
              <a:t> task-master </a:t>
            </a:r>
            <a:r>
              <a:rPr lang="en-US" altLang="ko-KR" sz="1200" dirty="0" err="1"/>
              <a:t>init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en-US" altLang="ko-KR" sz="1200" dirty="0"/>
              <a:t># Initialize project with specific rules</a:t>
            </a:r>
          </a:p>
          <a:p>
            <a:r>
              <a:rPr lang="en-US" altLang="ko-KR" sz="1200" dirty="0"/>
              <a:t>task-master </a:t>
            </a:r>
            <a:r>
              <a:rPr lang="en-US" altLang="ko-KR" sz="1200" dirty="0" err="1"/>
              <a:t>init</a:t>
            </a:r>
            <a:r>
              <a:rPr lang="en-US" altLang="ko-KR" sz="1200" dirty="0"/>
              <a:t> --rules </a:t>
            </a:r>
            <a:r>
              <a:rPr lang="en-US" altLang="ko-KR" sz="1200" dirty="0" err="1"/>
              <a:t>cursor,windsurf,vscode</a:t>
            </a:r>
            <a:br>
              <a:rPr lang="en-US" altLang="ko-KR" sz="1200" dirty="0"/>
            </a:br>
            <a:r>
              <a:rPr lang="en-US" altLang="ko-KR" sz="1200" dirty="0">
                <a:sym typeface="Wingdings" panose="05000000000000000000" pitchFamily="2" charset="2"/>
              </a:rPr>
              <a:t> </a:t>
            </a:r>
            <a:r>
              <a:rPr lang="ko-KR" altLang="en-US" sz="1200" dirty="0">
                <a:sym typeface="Wingdings" panose="05000000000000000000" pitchFamily="2" charset="2"/>
              </a:rPr>
              <a:t>설치는 </a:t>
            </a:r>
            <a:r>
              <a:rPr lang="en-US" altLang="ko-KR" sz="1200" dirty="0">
                <a:sym typeface="Wingdings" panose="05000000000000000000" pitchFamily="2" charset="2"/>
              </a:rPr>
              <a:t>cli </a:t>
            </a:r>
            <a:r>
              <a:rPr lang="ko-KR" altLang="en-US" sz="1200" dirty="0">
                <a:sym typeface="Wingdings" panose="05000000000000000000" pitchFamily="2" charset="2"/>
              </a:rPr>
              <a:t>글로벌로 실행은 </a:t>
            </a:r>
            <a:r>
              <a:rPr lang="en-US" altLang="ko-KR" sz="1200" dirty="0">
                <a:sym typeface="Wingdings" panose="05000000000000000000" pitchFamily="2" charset="2"/>
              </a:rPr>
              <a:t>Claude Code </a:t>
            </a:r>
            <a:r>
              <a:rPr lang="ko-KR" altLang="en-US" sz="1200" dirty="0">
                <a:sym typeface="Wingdings" panose="05000000000000000000" pitchFamily="2" charset="2"/>
              </a:rPr>
              <a:t>의 </a:t>
            </a:r>
            <a:r>
              <a:rPr lang="en-US" altLang="ko-KR" sz="1200" dirty="0">
                <a:sym typeface="Wingdings" panose="05000000000000000000" pitchFamily="2" charset="2"/>
              </a:rPr>
              <a:t>MCP</a:t>
            </a:r>
            <a:r>
              <a:rPr lang="ko-KR" altLang="en-US" sz="1200" dirty="0">
                <a:sym typeface="Wingdings" panose="05000000000000000000" pitchFamily="2" charset="2"/>
              </a:rPr>
              <a:t>로 진행</a:t>
            </a:r>
            <a:endParaRPr lang="ko-KR" altLang="en-US" sz="1200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AE38190-01D1-9FD5-E717-D3326DB4EB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1539" y="5100511"/>
            <a:ext cx="4757372" cy="1701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75025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F596BCE-C16E-16DD-F2FD-1C7D3231CD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MCP</a:t>
            </a:r>
            <a:r>
              <a:rPr lang="ko-KR" altLang="en-US" dirty="0"/>
              <a:t> </a:t>
            </a:r>
            <a:r>
              <a:rPr lang="en-US" altLang="ko-KR" dirty="0"/>
              <a:t>– Install (1)</a:t>
            </a:r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087AA7D-2728-4FA3-F9B3-83A9FB37AF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1" y="1847932"/>
            <a:ext cx="4502242" cy="477899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0286764D-736E-2307-59D0-454DE6FB73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24017" y="1847932"/>
            <a:ext cx="6049219" cy="483937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6049856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68FEBB-E1C1-6E11-8272-3673F0011F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DB7D4A-6A28-8FD9-F1E7-4188673B0F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MCP</a:t>
            </a:r>
            <a:r>
              <a:rPr lang="ko-KR" altLang="en-US" dirty="0"/>
              <a:t> </a:t>
            </a:r>
            <a:r>
              <a:rPr lang="en-US" altLang="ko-KR" dirty="0"/>
              <a:t>– Install (2) [IntelliJ]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60944933"/>
      </p:ext>
    </p:extLst>
  </p:cSld>
  <p:clrMapOvr>
    <a:masterClrMapping/>
  </p:clrMapOvr>
</p:sld>
</file>

<file path=ppt/theme/theme1.xml><?xml version="1.0" encoding="utf-8"?>
<a:theme xmlns:a="http://schemas.openxmlformats.org/drawingml/2006/main" name="추억">
  <a:themeElements>
    <a:clrScheme name="추억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추억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추억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86</TotalTime>
  <Words>121</Words>
  <Application>Microsoft Office PowerPoint</Application>
  <PresentationFormat>와이드스크린</PresentationFormat>
  <Paragraphs>18</Paragraphs>
  <Slides>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9" baseType="lpstr">
      <vt:lpstr>Calibri</vt:lpstr>
      <vt:lpstr>Calibri Light</vt:lpstr>
      <vt:lpstr>Wingdings</vt:lpstr>
      <vt:lpstr>추억</vt:lpstr>
      <vt:lpstr>Task Master AI</vt:lpstr>
      <vt:lpstr>Task Master AI 필요성</vt:lpstr>
      <vt:lpstr>Cli - Install </vt:lpstr>
      <vt:lpstr>MCP – Install (1)</vt:lpstr>
      <vt:lpstr>MCP – Install (2) [IntelliJ]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khb</dc:creator>
  <cp:lastModifiedBy>khb</cp:lastModifiedBy>
  <cp:revision>8</cp:revision>
  <dcterms:created xsi:type="dcterms:W3CDTF">2026-07-01T12:22:44Z</dcterms:created>
  <dcterms:modified xsi:type="dcterms:W3CDTF">2026-07-01T13:48:51Z</dcterms:modified>
</cp:coreProperties>
</file>