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74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1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06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31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08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03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82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9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40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96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25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526EA2-189C-426D-A020-DFA4D7067B8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3011B3D-FA99-4EDF-BD73-042C9555D9F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6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DB8EE-DD0C-E60A-3710-AC5874684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토큰 절약 </a:t>
            </a:r>
            <a:r>
              <a:rPr lang="en-US" altLang="ko-KR" sz="4800" dirty="0"/>
              <a:t>– </a:t>
            </a:r>
            <a:r>
              <a:rPr lang="ko-KR" altLang="en-US" sz="4800" dirty="0"/>
              <a:t>모델 설정</a:t>
            </a:r>
            <a:r>
              <a:rPr lang="en-US" altLang="ko-KR" sz="4800" dirty="0"/>
              <a:t>.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994587-0DE3-2BF6-473F-52DB7BE90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7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883E1-3EF3-C00D-83A4-084303EB5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모델별로 토큰 소모가 다르다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2D3582-249B-7413-9F77-7B3E3159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6461"/>
            <a:ext cx="6708245" cy="3065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206276-DFC1-B69A-A5E1-7B33690F2AE7}"/>
              </a:ext>
            </a:extLst>
          </p:cNvPr>
          <p:cNvSpPr txBox="1"/>
          <p:nvPr/>
        </p:nvSpPr>
        <p:spPr>
          <a:xfrm>
            <a:off x="7871460" y="1896461"/>
            <a:ext cx="4069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Opus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사용할 수 있는 가장 똑똑한 모델 토큰 소모가 큼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dirty="0">
                <a:sym typeface="Wingdings" panose="05000000000000000000" pitchFamily="2" charset="2"/>
              </a:rPr>
              <a:t>Sonnet </a:t>
            </a:r>
            <a:r>
              <a:rPr lang="ko-KR" altLang="en-US" sz="1200" dirty="0" err="1">
                <a:sym typeface="Wingdings" panose="05000000000000000000" pitchFamily="2" charset="2"/>
              </a:rPr>
              <a:t>균형잡힌</a:t>
            </a:r>
            <a:r>
              <a:rPr lang="ko-KR" altLang="en-US" sz="1200" dirty="0">
                <a:sym typeface="Wingdings" panose="05000000000000000000" pitchFamily="2" charset="2"/>
              </a:rPr>
              <a:t> 토큰 소모와 성능 모델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r>
              <a:rPr lang="en-US" altLang="ko-KR" sz="1200" dirty="0">
                <a:sym typeface="Wingdings" panose="05000000000000000000" pitchFamily="2" charset="2"/>
              </a:rPr>
              <a:t>Haiku  </a:t>
            </a:r>
            <a:r>
              <a:rPr lang="ko-KR" altLang="en-US" sz="1200" dirty="0">
                <a:sym typeface="Wingdings" panose="05000000000000000000" pitchFamily="2" charset="2"/>
              </a:rPr>
              <a:t>가벼움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토큰 소모가 가장 적음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sym typeface="Wingdings" panose="05000000000000000000" pitchFamily="2" charset="2"/>
              </a:rPr>
              <a:t>성능은 가장 낮음</a:t>
            </a:r>
            <a:br>
              <a:rPr lang="en-US" altLang="ko-KR" sz="1200" dirty="0">
                <a:sym typeface="Wingdings" panose="05000000000000000000" pitchFamily="2" charset="2"/>
              </a:rPr>
            </a:br>
            <a:endParaRPr lang="en-US" altLang="ko-KR" sz="1200" dirty="0">
              <a:sym typeface="Wingdings" panose="05000000000000000000" pitchFamily="2" charset="2"/>
            </a:endParaRPr>
          </a:p>
          <a:p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Fable  </a:t>
            </a:r>
            <a:r>
              <a:rPr lang="ko-KR" altLang="en-US" sz="1200" dirty="0">
                <a:sym typeface="Wingdings" panose="05000000000000000000" pitchFamily="2" charset="2"/>
              </a:rPr>
              <a:t>미국에서 금지함 자국민만 쓸 수 있음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r>
              <a:rPr lang="ko-KR" altLang="en-US" sz="1200" dirty="0">
                <a:sym typeface="Wingdings" panose="05000000000000000000" pitchFamily="2" charset="2"/>
              </a:rPr>
              <a:t> 가장 강력</a:t>
            </a:r>
            <a:br>
              <a:rPr lang="en-US" altLang="ko-KR" sz="1200" dirty="0">
                <a:sym typeface="Wingdings" panose="05000000000000000000" pitchFamily="2" charset="2"/>
              </a:rPr>
            </a:b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/model 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명령으로 사용 가능한 모델 선택 가능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8214856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65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Wingdings</vt:lpstr>
      <vt:lpstr>추억</vt:lpstr>
      <vt:lpstr>토큰 절약 – 모델 설정.</vt:lpstr>
      <vt:lpstr>모델별로 토큰 소모가 다르다.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10</cp:revision>
  <dcterms:created xsi:type="dcterms:W3CDTF">2026-06-23T08:08:07Z</dcterms:created>
  <dcterms:modified xsi:type="dcterms:W3CDTF">2026-06-23T08:11:34Z</dcterms:modified>
</cp:coreProperties>
</file>