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0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85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1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70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80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54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43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57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40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64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A8006C-9801-4809-A79F-64417990416E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2817CD2-A510-47AA-953F-5ACBD28ABC4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27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5173B-5FE3-8429-A5E4-A409F7B63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서브에이전트 활용 </a:t>
            </a:r>
            <a:r>
              <a:rPr lang="en-US" altLang="ko-KR" sz="4400"/>
              <a:t>: </a:t>
            </a:r>
            <a:r>
              <a:rPr lang="ko-KR" altLang="en-US" sz="4400"/>
              <a:t>프로젝트 초기화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88DE8E-E1E3-9E9D-AC86-314CF4596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27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C6540-A084-ED71-88DC-303A84DE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프로젝트 초기화 서브에이전트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46B357-886B-3D62-5CC2-906B4280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0773"/>
            <a:ext cx="6716062" cy="10002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D49CC3-A8A2-9A05-2C1F-F54C072B960D}"/>
              </a:ext>
            </a:extLst>
          </p:cNvPr>
          <p:cNvSpPr txBox="1"/>
          <p:nvPr/>
        </p:nvSpPr>
        <p:spPr>
          <a:xfrm>
            <a:off x="7927942" y="1910773"/>
            <a:ext cx="3770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강의에서 </a:t>
            </a:r>
            <a:r>
              <a:rPr lang="en-US" altLang="ko-KR" sz="1200"/>
              <a:t>Next.js </a:t>
            </a:r>
            <a:r>
              <a:rPr lang="ko-KR" altLang="en-US" sz="1200"/>
              <a:t>최적화 </a:t>
            </a:r>
            <a:r>
              <a:rPr lang="en-US" altLang="ko-KR" sz="1200"/>
              <a:t>Agent.md </a:t>
            </a:r>
            <a:r>
              <a:rPr lang="ko-KR" altLang="en-US" sz="1200"/>
              <a:t>파일을 제공하니 가져다 쓰자</a:t>
            </a:r>
            <a:r>
              <a:rPr lang="en-US" altLang="ko-KR" sz="1200"/>
              <a:t>. </a:t>
            </a:r>
            <a:r>
              <a:rPr lang="en-US" altLang="ko-KR" sz="1200">
                <a:sym typeface="Wingdings" panose="05000000000000000000" pitchFamily="2" charset="2"/>
              </a:rPr>
              <a:t> starter-cleaner.md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879670-EBC3-DD23-4A7E-2A92D405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84451"/>
            <a:ext cx="4686954" cy="1609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F99447-86E5-6BFE-9DD2-337F36F56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867814"/>
            <a:ext cx="8403589" cy="1948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85C8F5-5363-41BE-6394-663E6CCA48F2}"/>
              </a:ext>
            </a:extLst>
          </p:cNvPr>
          <p:cNvSpPr txBox="1"/>
          <p:nvPr/>
        </p:nvSpPr>
        <p:spPr>
          <a:xfrm>
            <a:off x="9568206" y="4867814"/>
            <a:ext cx="246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수행 중</a:t>
            </a:r>
            <a:r>
              <a:rPr lang="en-US" altLang="ko-KR"/>
              <a:t>..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69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19F96-669A-7FCE-42B1-9DDB445D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서브에이전트 작업 결과 확인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381141-9CAE-FA40-0E13-571F4A912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7"/>
          <a:stretch>
            <a:fillRect/>
          </a:stretch>
        </p:blipFill>
        <p:spPr>
          <a:xfrm>
            <a:off x="1187779" y="1877507"/>
            <a:ext cx="6732882" cy="31029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A2E661-E706-D12A-94BC-73E96AF73BF4}"/>
              </a:ext>
            </a:extLst>
          </p:cNvPr>
          <p:cNvSpPr txBox="1"/>
          <p:nvPr/>
        </p:nvSpPr>
        <p:spPr>
          <a:xfrm>
            <a:off x="1187779" y="4980492"/>
            <a:ext cx="1005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강의와 같은 에이전트 파일을 썻다고 하더라도 사용한 </a:t>
            </a:r>
            <a:r>
              <a:rPr lang="en-US" altLang="ko-KR" sz="1400"/>
              <a:t>model</a:t>
            </a:r>
            <a:r>
              <a:rPr lang="ko-KR" altLang="en-US" sz="1400"/>
              <a:t>과 버전에 따라 결과가 다르게 나올수 있다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실제로 </a:t>
            </a:r>
            <a:r>
              <a:rPr lang="en-US" altLang="ko-KR" sz="1400"/>
              <a:t>PRD</a:t>
            </a:r>
            <a:r>
              <a:rPr lang="ko-KR" altLang="en-US" sz="1400"/>
              <a:t>를 참고한 서브에이전트 프로젝트 초기화 요청은 </a:t>
            </a:r>
            <a:r>
              <a:rPr lang="en-US" altLang="ko-KR" sz="1400"/>
              <a:t>welcome </a:t>
            </a:r>
            <a:r>
              <a:rPr lang="ko-KR" altLang="en-US" sz="1400"/>
              <a:t>페이지에서 </a:t>
            </a:r>
            <a:r>
              <a:rPr lang="en-US" altLang="ko-KR" sz="1400"/>
              <a:t>404Error </a:t>
            </a:r>
            <a:r>
              <a:rPr lang="ko-KR" altLang="en-US" sz="1400"/>
              <a:t>가 떳다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요청 자체가 실질적인 기능 구현이 아닌 초기화 셋팅임으로 구현에 필요한 기능들만 프로젝트에 남겨뒀을뿐 </a:t>
            </a:r>
            <a:br>
              <a:rPr lang="en-US" altLang="ko-KR" sz="1400"/>
            </a:br>
            <a:r>
              <a:rPr lang="en-US" altLang="ko-KR" sz="1400"/>
              <a:t>welcome </a:t>
            </a:r>
            <a:r>
              <a:rPr lang="ko-KR" altLang="en-US" sz="1400"/>
              <a:t>페이지의 작성과는 무관하기 때문이다</a:t>
            </a:r>
            <a:r>
              <a:rPr lang="en-US" altLang="ko-KR" sz="1400"/>
              <a:t>. </a:t>
            </a:r>
            <a:br>
              <a:rPr lang="en-US" altLang="ko-KR" sz="1400"/>
            </a:br>
            <a:br>
              <a:rPr lang="en-US" altLang="ko-KR" sz="1400"/>
            </a:br>
            <a:r>
              <a:rPr lang="ko-KR" altLang="en-US" sz="1400"/>
              <a:t>그러나 강의와 최대한 같은 효과를 얻기위해 </a:t>
            </a:r>
            <a:r>
              <a:rPr lang="en-US" altLang="ko-KR" sz="1400"/>
              <a:t>Welcome </a:t>
            </a:r>
            <a:r>
              <a:rPr lang="ko-KR" altLang="en-US" sz="1400"/>
              <a:t>페이지를 견적서 관리를 위한 절차를 가이드해주는 페이지로 </a:t>
            </a:r>
            <a:br>
              <a:rPr lang="en-US" altLang="ko-KR" sz="1400"/>
            </a:br>
            <a:r>
              <a:rPr lang="ko-KR" altLang="en-US" sz="1400"/>
              <a:t>만들어달라고 추가 요청하였다</a:t>
            </a:r>
            <a:r>
              <a:rPr lang="en-US" altLang="ko-KR" sz="1400"/>
              <a:t>.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1608101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</TotalTime>
  <Words>107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추억</vt:lpstr>
      <vt:lpstr>서브에이전트 활용 : 프로젝트 초기화</vt:lpstr>
      <vt:lpstr>프로젝트 초기화 서브에이전트 생성</vt:lpstr>
      <vt:lpstr>서브에이전트 작업 결과 확인.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</cp:revision>
  <dcterms:created xsi:type="dcterms:W3CDTF">2026-07-02T09:35:12Z</dcterms:created>
  <dcterms:modified xsi:type="dcterms:W3CDTF">2026-07-02T10:48:57Z</dcterms:modified>
</cp:coreProperties>
</file>