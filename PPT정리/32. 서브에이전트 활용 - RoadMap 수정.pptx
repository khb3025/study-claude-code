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4F46-8E52-42D7-ADC8-B34F58FA446B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FADE-CF76-4277-9C84-EA00448DBE8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236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4F46-8E52-42D7-ADC8-B34F58FA446B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FADE-CF76-4277-9C84-EA00448DB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671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4F46-8E52-42D7-ADC8-B34F58FA446B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FADE-CF76-4277-9C84-EA00448DBE8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75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4F46-8E52-42D7-ADC8-B34F58FA446B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FADE-CF76-4277-9C84-EA00448DB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69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4F46-8E52-42D7-ADC8-B34F58FA446B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FADE-CF76-4277-9C84-EA00448DB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023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4F46-8E52-42D7-ADC8-B34F58FA446B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FADE-CF76-4277-9C84-EA00448DB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18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4F46-8E52-42D7-ADC8-B34F58FA446B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FADE-CF76-4277-9C84-EA00448DB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593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83D4F46-8E52-42D7-ADC8-B34F58FA446B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D2FADE-CF76-4277-9C84-EA00448DB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2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4F46-8E52-42D7-ADC8-B34F58FA446B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FADE-CF76-4277-9C84-EA00448DB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311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4F46-8E52-42D7-ADC8-B34F58FA446B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FADE-CF76-4277-9C84-EA00448DB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51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4F46-8E52-42D7-ADC8-B34F58FA446B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FADE-CF76-4277-9C84-EA00448DB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48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83D4F46-8E52-42D7-ADC8-B34F58FA446B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8D2FADE-CF76-4277-9C84-EA00448DBE8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87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CCB57-433F-D939-DC7D-9A80A4B41A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600"/>
              <a:t>ROADMAP.md </a:t>
            </a:r>
            <a:r>
              <a:rPr lang="ko-KR" altLang="en-US" sz="6600"/>
              <a:t>수정하기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1E0E1C-72F7-CA8D-80F4-22694CE3FC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80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59AE7-6EDF-684D-2221-5EAB0FF9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development-planner </a:t>
            </a:r>
            <a:r>
              <a:rPr lang="ko-KR" altLang="en-US"/>
              <a:t>에이전트 수정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E41F77-9588-927B-0941-00BB55C58F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81" t="12371" r="24613" b="42680"/>
          <a:stretch>
            <a:fillRect/>
          </a:stretch>
        </p:blipFill>
        <p:spPr>
          <a:xfrm>
            <a:off x="235671" y="1887717"/>
            <a:ext cx="6523348" cy="30825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362C31-42FF-F8A5-0E6E-37C2D7DFB8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118" t="11398" r="33196" b="4179"/>
          <a:stretch>
            <a:fillRect/>
          </a:stretch>
        </p:blipFill>
        <p:spPr>
          <a:xfrm>
            <a:off x="6881566" y="1887717"/>
            <a:ext cx="3966133" cy="431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1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918DF-D660-B7A9-1898-BE25FB27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RoadMap.md </a:t>
            </a:r>
            <a:r>
              <a:rPr lang="ko-KR" altLang="en-US"/>
              <a:t>파일 적용 요청하기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5A9FD4-DD8A-2ED7-9B5B-AA9D48D84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04" t="59107" r="9613" b="6941"/>
          <a:stretch>
            <a:fillRect/>
          </a:stretch>
        </p:blipFill>
        <p:spPr>
          <a:xfrm>
            <a:off x="343136" y="1970202"/>
            <a:ext cx="7616823" cy="212103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766064D-0BA8-2A6A-46BF-0D868D1E4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67" t="28728" r="35825" b="4179"/>
          <a:stretch>
            <a:fillRect/>
          </a:stretch>
        </p:blipFill>
        <p:spPr>
          <a:xfrm>
            <a:off x="8073584" y="1970202"/>
            <a:ext cx="3870175" cy="404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762099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</TotalTime>
  <Words>13</Words>
  <Application>Microsoft Office PowerPoint</Application>
  <PresentationFormat>와이드스크린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Calibri</vt:lpstr>
      <vt:lpstr>Calibri Light</vt:lpstr>
      <vt:lpstr>추억</vt:lpstr>
      <vt:lpstr>ROADMAP.md 수정하기</vt:lpstr>
      <vt:lpstr>development-planner 에이전트 수정</vt:lpstr>
      <vt:lpstr>RoadMap.md 파일 적용 요청하기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3</cp:revision>
  <dcterms:created xsi:type="dcterms:W3CDTF">2026-07-02T11:34:34Z</dcterms:created>
  <dcterms:modified xsi:type="dcterms:W3CDTF">2026-07-02T11:40:36Z</dcterms:modified>
</cp:coreProperties>
</file>