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69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71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90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8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4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78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49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66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00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79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1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146DC2-B4AC-48EE-8CA5-9FCBAEA4EA7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72F16E9-0FAE-49DA-88F6-C72BC54C879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52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otion.so/profile/integrations?utm_source=chatgpt.com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104B9-1841-A8F1-BF5C-54EE9115B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/>
              <a:t>Notion </a:t>
            </a:r>
            <a:r>
              <a:rPr lang="ko-KR" altLang="en-US" sz="4800"/>
              <a:t>견적서 데이터 베이스 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1A5F0-B8B7-07C0-3E73-22602473F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09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4B7AF-B28A-C54B-935E-0D652DE9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Notion API</a:t>
            </a:r>
            <a:r>
              <a:rPr lang="ko-KR" altLang="en-US"/>
              <a:t> 엑세스 키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08B35-CEDC-0BBE-C003-9F6993A1956F}"/>
              </a:ext>
            </a:extLst>
          </p:cNvPr>
          <p:cNvSpPr txBox="1"/>
          <p:nvPr/>
        </p:nvSpPr>
        <p:spPr>
          <a:xfrm>
            <a:off x="1097280" y="183266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u="sng">
                <a:hlinkClick r:id="rId2"/>
              </a:rPr>
              <a:t>https://www.notion.so/profile/integrations?utm_source=chatgpt.com</a:t>
            </a:r>
            <a:endParaRPr lang="en-US" altLang="ko-KR" sz="1200" u="sng"/>
          </a:p>
          <a:p>
            <a:endParaRPr lang="en-US" altLang="ko-KR" sz="1200"/>
          </a:p>
          <a:p>
            <a:r>
              <a:rPr lang="en-US" altLang="ko-KR" sz="1200"/>
              <a:t>1. </a:t>
            </a:r>
            <a:r>
              <a:rPr lang="ko-KR" altLang="en-US" sz="1200"/>
              <a:t>신규 연결 버튼 클릭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E5084D-729E-0F02-8474-D883F158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143" y="2518495"/>
            <a:ext cx="6828786" cy="9105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7CCEB8-A0A3-AA02-14DE-E39144A894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5" r="1463"/>
          <a:stretch>
            <a:fillRect/>
          </a:stretch>
        </p:blipFill>
        <p:spPr>
          <a:xfrm>
            <a:off x="1165143" y="3547690"/>
            <a:ext cx="2620652" cy="2612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8C4ABE-0FB9-8692-23BE-440976D6D4D5}"/>
              </a:ext>
            </a:extLst>
          </p:cNvPr>
          <p:cNvSpPr txBox="1"/>
          <p:nvPr/>
        </p:nvSpPr>
        <p:spPr>
          <a:xfrm>
            <a:off x="3874416" y="3547690"/>
            <a:ext cx="8031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연결 이름 작성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/>
              <a:t>엑세스 토큰 선택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연결 생성하기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F6829C-3F0C-EB3B-5A09-056732DD8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58" y="3975822"/>
            <a:ext cx="7658011" cy="8752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67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C569B-BC3C-0011-9BFE-5CAEA658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연결 권한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D8988E4-A816-B682-436C-ABE1968AF0FA}"/>
              </a:ext>
            </a:extLst>
          </p:cNvPr>
          <p:cNvGrpSpPr/>
          <p:nvPr/>
        </p:nvGrpSpPr>
        <p:grpSpPr>
          <a:xfrm>
            <a:off x="425652" y="1905563"/>
            <a:ext cx="5748905" cy="4801608"/>
            <a:chOff x="425652" y="1905563"/>
            <a:chExt cx="5748905" cy="480160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04C593B-F9CC-360C-7F5E-28AA90F4D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652" y="1905563"/>
              <a:ext cx="5748905" cy="48016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5F7E68D-2988-0067-150A-5E04CF11A9A8}"/>
                </a:ext>
              </a:extLst>
            </p:cNvPr>
            <p:cNvSpPr/>
            <p:nvPr/>
          </p:nvSpPr>
          <p:spPr>
            <a:xfrm>
              <a:off x="3300104" y="3429000"/>
              <a:ext cx="2874453" cy="5302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31BFE20-703A-C67D-3D6F-51EDDF69AE4F}"/>
              </a:ext>
            </a:extLst>
          </p:cNvPr>
          <p:cNvSpPr txBox="1"/>
          <p:nvPr/>
        </p:nvSpPr>
        <p:spPr>
          <a:xfrm>
            <a:off x="6466788" y="1905563"/>
            <a:ext cx="46888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기능에서 허용하고자 하는 기능 선택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엑세스 토큰 확인 및 복사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설정파일 생성 및 입력</a:t>
            </a:r>
            <a:endParaRPr lang="en-US" altLang="ko-KR" sz="1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562A2A-BECD-82F0-58D5-74894B89F468}"/>
              </a:ext>
            </a:extLst>
          </p:cNvPr>
          <p:cNvSpPr/>
          <p:nvPr/>
        </p:nvSpPr>
        <p:spPr>
          <a:xfrm>
            <a:off x="492488" y="4127461"/>
            <a:ext cx="4013524" cy="2579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E0AD31-4F8A-BB8F-C44F-D528AE920284}"/>
              </a:ext>
            </a:extLst>
          </p:cNvPr>
          <p:cNvSpPr/>
          <p:nvPr/>
        </p:nvSpPr>
        <p:spPr>
          <a:xfrm>
            <a:off x="3921551" y="4298623"/>
            <a:ext cx="292230" cy="386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2101F7-477B-A620-5BD6-144ACFC46ECA}"/>
              </a:ext>
            </a:extLst>
          </p:cNvPr>
          <p:cNvSpPr/>
          <p:nvPr/>
        </p:nvSpPr>
        <p:spPr>
          <a:xfrm>
            <a:off x="5205168" y="3506772"/>
            <a:ext cx="292230" cy="386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B41D62D-04A9-2C30-C33F-26A7C5E23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989" y="2923656"/>
            <a:ext cx="1243717" cy="21969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086DEFA-1D2D-0EA9-F8EC-05A7D9973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898" y="5191811"/>
            <a:ext cx="5658640" cy="7716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D889EB-D650-5380-3487-9914271C9C4F}"/>
              </a:ext>
            </a:extLst>
          </p:cNvPr>
          <p:cNvSpPr txBox="1"/>
          <p:nvPr/>
        </p:nvSpPr>
        <p:spPr>
          <a:xfrm>
            <a:off x="7599222" y="2923656"/>
            <a:ext cx="432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.env.local </a:t>
            </a:r>
            <a:r>
              <a:rPr lang="ko-KR" altLang="en-US" sz="1400"/>
              <a:t>파일 작성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NOTION_API_KEY ==</a:t>
            </a:r>
            <a:r>
              <a:rPr lang="ko-KR" altLang="en-US" sz="1400"/>
              <a:t> 엑세스 토큰 복사 붙여넣기</a:t>
            </a:r>
          </a:p>
        </p:txBody>
      </p:sp>
    </p:spTree>
    <p:extLst>
      <p:ext uri="{BB962C8B-B14F-4D97-AF65-F5344CB8AC3E}">
        <p14:creationId xmlns:p14="http://schemas.microsoft.com/office/powerpoint/2010/main" val="369096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2F345-A69C-1C65-1955-A3D0D3D0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Notion </a:t>
            </a:r>
            <a:r>
              <a:rPr lang="ko-KR" altLang="en-US"/>
              <a:t>게시글 작성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4A2FC9-5447-F081-8542-69B6486EA2BB}"/>
              </a:ext>
            </a:extLst>
          </p:cNvPr>
          <p:cNvGrpSpPr/>
          <p:nvPr/>
        </p:nvGrpSpPr>
        <p:grpSpPr>
          <a:xfrm>
            <a:off x="1168924" y="1866508"/>
            <a:ext cx="1843166" cy="4440239"/>
            <a:chOff x="1168924" y="1866508"/>
            <a:chExt cx="1843166" cy="444023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37FEE39-18F6-5E57-15DD-A93D4083DFA4}"/>
                </a:ext>
              </a:extLst>
            </p:cNvPr>
            <p:cNvGrpSpPr/>
            <p:nvPr/>
          </p:nvGrpSpPr>
          <p:grpSpPr>
            <a:xfrm>
              <a:off x="1168924" y="1866508"/>
              <a:ext cx="1843166" cy="4440239"/>
              <a:chOff x="1168924" y="1866508"/>
              <a:chExt cx="1843166" cy="444023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2D6E774F-6572-FCFE-0A2E-02E57F769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734" t="1361" r="1"/>
              <a:stretch>
                <a:fillRect/>
              </a:stretch>
            </p:blipFill>
            <p:spPr>
              <a:xfrm>
                <a:off x="1168924" y="1866508"/>
                <a:ext cx="1843166" cy="444023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D597333-075B-D7D6-9D02-DA07D819F2A2}"/>
                  </a:ext>
                </a:extLst>
              </p:cNvPr>
              <p:cNvSpPr/>
              <p:nvPr/>
            </p:nvSpPr>
            <p:spPr>
              <a:xfrm>
                <a:off x="2714920" y="4402318"/>
                <a:ext cx="197962" cy="1885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B938D93-76EB-3D8C-2810-7F78325D1836}"/>
                </a:ext>
              </a:extLst>
            </p:cNvPr>
            <p:cNvSpPr/>
            <p:nvPr/>
          </p:nvSpPr>
          <p:spPr>
            <a:xfrm>
              <a:off x="1244338" y="4590854"/>
              <a:ext cx="848413" cy="2733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20289F8-EA63-3DE4-E6DF-F7588B2075B9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2092751" y="4496586"/>
              <a:ext cx="622169" cy="2234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8B98FF8-4F67-5F49-5A97-C7C37BE043D3}"/>
              </a:ext>
            </a:extLst>
          </p:cNvPr>
          <p:cNvSpPr txBox="1"/>
          <p:nvPr/>
        </p:nvSpPr>
        <p:spPr>
          <a:xfrm>
            <a:off x="3186260" y="1866508"/>
            <a:ext cx="8352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1. work</a:t>
            </a:r>
            <a:r>
              <a:rPr lang="ko-KR" altLang="en-US" sz="1100"/>
              <a:t> 생성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447EEF0-E082-AEDC-0480-ECC193F4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67"/>
          <a:stretch>
            <a:fillRect/>
          </a:stretch>
        </p:blipFill>
        <p:spPr>
          <a:xfrm>
            <a:off x="3261674" y="2257266"/>
            <a:ext cx="1690042" cy="1457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3D07F9-AC3D-6144-4D3D-D3ACAE049FF8}"/>
              </a:ext>
            </a:extLst>
          </p:cNvPr>
          <p:cNvSpPr txBox="1"/>
          <p:nvPr/>
        </p:nvSpPr>
        <p:spPr>
          <a:xfrm>
            <a:off x="5024486" y="2257266"/>
            <a:ext cx="661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work</a:t>
            </a:r>
            <a:r>
              <a:rPr lang="ko-KR" altLang="en-US" sz="1200"/>
              <a:t> 에 </a:t>
            </a:r>
            <a:r>
              <a:rPr lang="en-US" altLang="ko-KR" sz="1200"/>
              <a:t>Invoices </a:t>
            </a:r>
            <a:r>
              <a:rPr lang="ko-KR" altLang="en-US" sz="1200"/>
              <a:t>와 </a:t>
            </a:r>
            <a:r>
              <a:rPr lang="en-US" altLang="ko-KR" sz="1200"/>
              <a:t>items </a:t>
            </a:r>
            <a:r>
              <a:rPr lang="ko-KR" altLang="en-US" sz="1200"/>
              <a:t>작성</a:t>
            </a:r>
            <a:br>
              <a:rPr lang="en-US" altLang="ko-KR" sz="1200"/>
            </a:br>
            <a:r>
              <a:rPr lang="en-US" altLang="ko-KR" sz="1200"/>
              <a:t>(※ /database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전체페이지 클릭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endParaRPr lang="ko-KR" altLang="en-US" sz="120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6F2DC16-62E2-755B-4249-03F394516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480" y="2257266"/>
            <a:ext cx="2012458" cy="1457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35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41B2-2D7A-4C3F-B1AF-192F1919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9C94F-D995-9AEC-C387-0D91D975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Notion </a:t>
            </a:r>
            <a:r>
              <a:rPr lang="ko-KR" altLang="en-US"/>
              <a:t>게시글 작성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916B24-4DB1-8725-C380-596E6D263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91" y="1880098"/>
            <a:ext cx="10636577" cy="17568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763357-BBC8-305D-EFA6-2B8D6B5F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91" y="3779672"/>
            <a:ext cx="2743583" cy="1095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4D5B77-E974-7D9A-26C2-C0E0B5668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287" y="3779672"/>
            <a:ext cx="2743584" cy="15179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5165409-F0B3-0287-CBE6-24750934E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384" y="3779672"/>
            <a:ext cx="2694508" cy="15179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840E7FF-2E63-EF89-47EC-9E9875A96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91" y="5017938"/>
            <a:ext cx="2743583" cy="14407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160F4E9-376D-47EA-2C3C-F93ED242D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405" y="3779672"/>
            <a:ext cx="2385377" cy="15179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C97FF3-07C6-6B0E-9ABD-BDC5424AA08C}"/>
              </a:ext>
            </a:extLst>
          </p:cNvPr>
          <p:cNvSpPr txBox="1"/>
          <p:nvPr/>
        </p:nvSpPr>
        <p:spPr>
          <a:xfrm>
            <a:off x="3594287" y="5420412"/>
            <a:ext cx="7908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각 속성 별 타입 및 형식 지정 방법 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484864B-711A-EAE4-2411-84B09A3AE8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7405" y="286603"/>
            <a:ext cx="2485596" cy="209932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368149-8674-16A2-4AFA-01F705B2E413}"/>
              </a:ext>
            </a:extLst>
          </p:cNvPr>
          <p:cNvSpPr/>
          <p:nvPr/>
        </p:nvSpPr>
        <p:spPr>
          <a:xfrm>
            <a:off x="9615342" y="2528662"/>
            <a:ext cx="226242" cy="233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46A8E23-0884-D75B-50E2-D00755462274}"/>
              </a:ext>
            </a:extLst>
          </p:cNvPr>
          <p:cNvCxnSpPr>
            <a:cxnSpLocks/>
            <a:stCxn id="30" idx="0"/>
            <a:endCxn id="29" idx="2"/>
          </p:cNvCxnSpPr>
          <p:nvPr/>
        </p:nvCxnSpPr>
        <p:spPr>
          <a:xfrm flipV="1">
            <a:off x="9728463" y="2385924"/>
            <a:ext cx="631740" cy="142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5D6EF93-5329-0A98-6FB6-44091AE7E46B}"/>
              </a:ext>
            </a:extLst>
          </p:cNvPr>
          <p:cNvSpPr txBox="1"/>
          <p:nvPr/>
        </p:nvSpPr>
        <p:spPr>
          <a:xfrm>
            <a:off x="7286920" y="490194"/>
            <a:ext cx="1787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항목에서 관계설정 후</a:t>
            </a:r>
            <a:br>
              <a:rPr lang="en-US" altLang="ko-KR" sz="1200"/>
            </a:br>
            <a:r>
              <a:rPr lang="ko-KR" altLang="en-US" sz="1200"/>
              <a:t>컬럼명 변경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BBACE3C-A86B-6A50-BB4E-ABCBE9088952}"/>
              </a:ext>
            </a:extLst>
          </p:cNvPr>
          <p:cNvCxnSpPr>
            <a:stCxn id="29" idx="1"/>
            <a:endCxn id="35" idx="3"/>
          </p:cNvCxnSpPr>
          <p:nvPr/>
        </p:nvCxnSpPr>
        <p:spPr>
          <a:xfrm flipH="1">
            <a:off x="8891984" y="1336264"/>
            <a:ext cx="225421" cy="197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B629CAB-7406-92EA-A76C-6640CD9EFAE2}"/>
              </a:ext>
            </a:extLst>
          </p:cNvPr>
          <p:cNvGrpSpPr/>
          <p:nvPr/>
        </p:nvGrpSpPr>
        <p:grpSpPr>
          <a:xfrm>
            <a:off x="7286920" y="1045184"/>
            <a:ext cx="2263687" cy="2272293"/>
            <a:chOff x="7286920" y="1045184"/>
            <a:chExt cx="2263687" cy="2272293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E7C2981D-30CB-683E-F425-E51D53A75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86920" y="1045184"/>
              <a:ext cx="1605064" cy="97763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D69E8F8C-C817-EE28-D0F6-2E65FC26E2CD}"/>
                </a:ext>
              </a:extLst>
            </p:cNvPr>
            <p:cNvCxnSpPr>
              <a:stCxn id="35" idx="2"/>
            </p:cNvCxnSpPr>
            <p:nvPr/>
          </p:nvCxnSpPr>
          <p:spPr>
            <a:xfrm>
              <a:off x="8089452" y="2022814"/>
              <a:ext cx="658622" cy="5058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47A34B4-1A74-C520-82C4-D03E22AB699E}"/>
                </a:ext>
              </a:extLst>
            </p:cNvPr>
            <p:cNvSpPr/>
            <p:nvPr/>
          </p:nvSpPr>
          <p:spPr>
            <a:xfrm>
              <a:off x="8154187" y="2528662"/>
              <a:ext cx="1396420" cy="78881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61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81F5-4539-26F4-B594-4E04C3CB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49989-3B5D-5F17-7BA1-EE1021CD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Notion </a:t>
            </a:r>
            <a:r>
              <a:rPr lang="ko-KR" altLang="en-US"/>
              <a:t>게시글 작성</a:t>
            </a:r>
            <a:r>
              <a:rPr lang="en-US" altLang="ko-KR"/>
              <a:t>-3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6696124-703C-AE88-62C0-0790A3FD1D1E}"/>
              </a:ext>
            </a:extLst>
          </p:cNvPr>
          <p:cNvGrpSpPr/>
          <p:nvPr/>
        </p:nvGrpSpPr>
        <p:grpSpPr>
          <a:xfrm>
            <a:off x="165499" y="3850301"/>
            <a:ext cx="7475617" cy="1196481"/>
            <a:chOff x="165499" y="3850301"/>
            <a:chExt cx="7475617" cy="119648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89D6DE6-84FA-6ECB-4E93-173CA4222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499" y="3850301"/>
              <a:ext cx="7243969" cy="11964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61AF54E-672B-3BA9-3D8C-02770652F1B7}"/>
                </a:ext>
              </a:extLst>
            </p:cNvPr>
            <p:cNvSpPr/>
            <p:nvPr/>
          </p:nvSpPr>
          <p:spPr>
            <a:xfrm>
              <a:off x="5118755" y="4270342"/>
              <a:ext cx="1046375" cy="2168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6CCFD0B9-34EF-65A0-9D8B-735B076097EA}"/>
                </a:ext>
              </a:extLst>
            </p:cNvPr>
            <p:cNvCxnSpPr>
              <a:stCxn id="10" idx="3"/>
              <a:endCxn id="9" idx="1"/>
            </p:cNvCxnSpPr>
            <p:nvPr/>
          </p:nvCxnSpPr>
          <p:spPr>
            <a:xfrm>
              <a:off x="6165130" y="4378751"/>
              <a:ext cx="1475986" cy="4867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C414C6-23E8-555E-E988-BB5E1835E0BD}"/>
              </a:ext>
            </a:extLst>
          </p:cNvPr>
          <p:cNvGrpSpPr/>
          <p:nvPr/>
        </p:nvGrpSpPr>
        <p:grpSpPr>
          <a:xfrm>
            <a:off x="1253765" y="1782765"/>
            <a:ext cx="10576875" cy="4097954"/>
            <a:chOff x="1253765" y="1782765"/>
            <a:chExt cx="10576875" cy="40979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CCFE78B-3697-93DC-9234-006DB99EE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3765" y="1782765"/>
              <a:ext cx="9515849" cy="18741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7A9A2AD-550E-F994-FFDF-97C0DE0A3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41116" y="3850301"/>
              <a:ext cx="4189524" cy="203041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6723E5D-1257-2B74-22AE-E2A5760B8A42}"/>
                </a:ext>
              </a:extLst>
            </p:cNvPr>
            <p:cNvCxnSpPr>
              <a:cxnSpLocks/>
              <a:stCxn id="9" idx="0"/>
              <a:endCxn id="17" idx="3"/>
            </p:cNvCxnSpPr>
            <p:nvPr/>
          </p:nvCxnSpPr>
          <p:spPr>
            <a:xfrm flipH="1" flipV="1">
              <a:off x="8380429" y="2925845"/>
              <a:ext cx="1355449" cy="9244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922AED8-4A62-F0D0-36CE-2D6048F5638F}"/>
                </a:ext>
              </a:extLst>
            </p:cNvPr>
            <p:cNvSpPr/>
            <p:nvPr/>
          </p:nvSpPr>
          <p:spPr>
            <a:xfrm>
              <a:off x="7136091" y="2422689"/>
              <a:ext cx="1244338" cy="10063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4BEC012-4781-2C96-692D-3D5FD0B94273}"/>
              </a:ext>
            </a:extLst>
          </p:cNvPr>
          <p:cNvSpPr txBox="1"/>
          <p:nvPr/>
        </p:nvSpPr>
        <p:spPr>
          <a:xfrm>
            <a:off x="165499" y="5147035"/>
            <a:ext cx="7243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Items </a:t>
            </a:r>
            <a:r>
              <a:rPr lang="ko-KR" altLang="en-US" sz="1400"/>
              <a:t>데이터 베이스 작성</a:t>
            </a:r>
            <a:endParaRPr lang="en-US" altLang="ko-KR" sz="1400"/>
          </a:p>
          <a:p>
            <a:r>
              <a:rPr lang="en-US" altLang="ko-KR" sz="1400">
                <a:sym typeface="Wingdings" panose="05000000000000000000" pitchFamily="2" charset="2"/>
              </a:rPr>
              <a:t> Items</a:t>
            </a:r>
            <a:r>
              <a:rPr lang="ko-KR" altLang="en-US" sz="1400">
                <a:sym typeface="Wingdings" panose="05000000000000000000" pitchFamily="2" charset="2"/>
              </a:rPr>
              <a:t>의 관계형 컬럼은 </a:t>
            </a:r>
            <a:r>
              <a:rPr lang="en-US" altLang="ko-KR" sz="1400">
                <a:sym typeface="Wingdings" panose="05000000000000000000" pitchFamily="2" charset="2"/>
              </a:rPr>
              <a:t>Invoices </a:t>
            </a:r>
            <a:r>
              <a:rPr lang="ko-KR" altLang="en-US" sz="1400">
                <a:sym typeface="Wingdings" panose="05000000000000000000" pitchFamily="2" charset="2"/>
              </a:rPr>
              <a:t>데이터베이스의 항목에서 양방향 관계형을 지정하면 된다</a:t>
            </a:r>
            <a:r>
              <a:rPr lang="en-US" altLang="ko-KR" sz="1400">
                <a:sym typeface="Wingdings" panose="05000000000000000000" pitchFamily="2" charset="2"/>
              </a:rPr>
              <a:t>. </a:t>
            </a:r>
            <a:r>
              <a:rPr lang="ko-KR" altLang="en-US" sz="1400">
                <a:sym typeface="Wingdings" panose="05000000000000000000" pitchFamily="2" charset="2"/>
              </a:rPr>
              <a:t>자동으로 생성된다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07276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15B1B-1FBD-E650-AD8C-6CE69739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Notion API </a:t>
            </a:r>
            <a:r>
              <a:rPr lang="ko-KR" altLang="en-US"/>
              <a:t>와 </a:t>
            </a:r>
            <a:r>
              <a:rPr lang="en-US" altLang="ko-KR"/>
              <a:t>Notion DB </a:t>
            </a:r>
            <a:r>
              <a:rPr lang="ko-KR" altLang="en-US"/>
              <a:t>연결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86A4BCA-F53A-7273-DFEF-4951C861AB1D}"/>
              </a:ext>
            </a:extLst>
          </p:cNvPr>
          <p:cNvGrpSpPr/>
          <p:nvPr/>
        </p:nvGrpSpPr>
        <p:grpSpPr>
          <a:xfrm>
            <a:off x="386498" y="1882449"/>
            <a:ext cx="8634954" cy="3489657"/>
            <a:chOff x="386498" y="1882449"/>
            <a:chExt cx="8634954" cy="3489657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083BDB2-7210-0FB1-186D-D0A4A1AD357A}"/>
                </a:ext>
              </a:extLst>
            </p:cNvPr>
            <p:cNvGrpSpPr/>
            <p:nvPr/>
          </p:nvGrpSpPr>
          <p:grpSpPr>
            <a:xfrm>
              <a:off x="386498" y="1882449"/>
              <a:ext cx="8634954" cy="3489657"/>
              <a:chOff x="386498" y="1910730"/>
              <a:chExt cx="8634954" cy="3489657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D4D06FA8-4989-E095-13DC-CE6EC06DF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6498" y="1910730"/>
                <a:ext cx="8543827" cy="348965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1E81BDFF-DF94-946D-889A-B4348203AE14}"/>
                  </a:ext>
                </a:extLst>
              </p:cNvPr>
              <p:cNvSpPr/>
              <p:nvPr/>
            </p:nvSpPr>
            <p:spPr>
              <a:xfrm>
                <a:off x="8748074" y="1910730"/>
                <a:ext cx="273378" cy="27628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90F2E0-53D9-363D-E437-578E6DDF0ED8}"/>
                </a:ext>
              </a:extLst>
            </p:cNvPr>
            <p:cNvSpPr/>
            <p:nvPr/>
          </p:nvSpPr>
          <p:spPr>
            <a:xfrm flipH="1">
              <a:off x="5712643" y="4523526"/>
              <a:ext cx="1896359" cy="2972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A5782E0-E919-B77B-E07A-D45B492E22EA}"/>
                </a:ext>
              </a:extLst>
            </p:cNvPr>
            <p:cNvSpPr/>
            <p:nvPr/>
          </p:nvSpPr>
          <p:spPr>
            <a:xfrm flipH="1">
              <a:off x="7609000" y="4672155"/>
              <a:ext cx="1321323" cy="2762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130D56B-AF8F-7958-0213-571F95801064}"/>
              </a:ext>
            </a:extLst>
          </p:cNvPr>
          <p:cNvSpPr txBox="1"/>
          <p:nvPr/>
        </p:nvSpPr>
        <p:spPr>
          <a:xfrm>
            <a:off x="556181" y="3629320"/>
            <a:ext cx="4911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Notion API </a:t>
            </a:r>
            <a:r>
              <a:rPr lang="ko-KR" altLang="en-US" sz="1400"/>
              <a:t>가 어떤 정보를 제공할지 결정하기 위해 </a:t>
            </a:r>
            <a:br>
              <a:rPr lang="en-US" altLang="ko-KR" sz="1400"/>
            </a:br>
            <a:r>
              <a:rPr lang="en-US" altLang="ko-KR" sz="1400"/>
              <a:t>Invoices</a:t>
            </a:r>
            <a:r>
              <a:rPr lang="ko-KR" altLang="en-US" sz="1400"/>
              <a:t>와 </a:t>
            </a:r>
            <a:r>
              <a:rPr lang="en-US" altLang="ko-KR" sz="1400"/>
              <a:t>Items </a:t>
            </a:r>
            <a:r>
              <a:rPr lang="ko-KR" altLang="en-US" sz="1400"/>
              <a:t>두 </a:t>
            </a:r>
            <a:r>
              <a:rPr lang="en-US" altLang="ko-KR" sz="1400"/>
              <a:t>DB </a:t>
            </a:r>
            <a:r>
              <a:rPr lang="ko-KR" altLang="en-US" sz="1400"/>
              <a:t>모두 </a:t>
            </a:r>
            <a:r>
              <a:rPr lang="en-US" altLang="ko-KR" sz="1400"/>
              <a:t>Notion API</a:t>
            </a:r>
            <a:r>
              <a:rPr lang="ko-KR" altLang="en-US" sz="1400"/>
              <a:t>와 연결을 수행한다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51E6E7D-EDE8-4A16-4953-75BA3519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331" y="4411153"/>
            <a:ext cx="3153215" cy="8192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4161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507EE-9FDC-1680-031C-F1B0A658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환경설정 파일에 </a:t>
            </a:r>
            <a:r>
              <a:rPr lang="en-US" altLang="ko-KR"/>
              <a:t>DataBase </a:t>
            </a:r>
            <a:r>
              <a:rPr lang="ko-KR" altLang="en-US"/>
              <a:t>키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FAABF6-3E81-4A38-6A1E-70182D27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31" y="1820678"/>
            <a:ext cx="10842735" cy="32999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A34E7A-4533-7FE2-2442-407952D444A4}"/>
              </a:ext>
            </a:extLst>
          </p:cNvPr>
          <p:cNvSpPr txBox="1"/>
          <p:nvPr/>
        </p:nvSpPr>
        <p:spPr>
          <a:xfrm>
            <a:off x="914400" y="5260157"/>
            <a:ext cx="1090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Invoice </a:t>
            </a:r>
            <a:r>
              <a:rPr lang="ko-KR" altLang="en-US" sz="1400"/>
              <a:t>데이터 베이스에서 공유 버튼 클릭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링크 복사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49172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3F54-FC17-EA95-7A38-3331806C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A49C4-57F0-1154-0545-70AF26C7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환경설정 파일에 </a:t>
            </a:r>
            <a:r>
              <a:rPr lang="en-US" altLang="ko-KR"/>
              <a:t>DataBase ID</a:t>
            </a:r>
            <a:r>
              <a:rPr lang="ko-KR" altLang="en-US"/>
              <a:t> 설정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D7E1D-3243-3FFC-4159-2A961A9C6116}"/>
              </a:ext>
            </a:extLst>
          </p:cNvPr>
          <p:cNvSpPr txBox="1"/>
          <p:nvPr/>
        </p:nvSpPr>
        <p:spPr>
          <a:xfrm>
            <a:off x="515659" y="4517326"/>
            <a:ext cx="109068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복사한 </a:t>
            </a:r>
            <a:r>
              <a:rPr lang="en-US" altLang="ko-KR" sz="1400"/>
              <a:t>DB</a:t>
            </a:r>
            <a:r>
              <a:rPr lang="ko-KR" altLang="en-US" sz="1400"/>
              <a:t>의 링크 정보에서 빨간 부분을 제거한 정보가 </a:t>
            </a:r>
            <a:r>
              <a:rPr lang="en-US" altLang="ko-KR" sz="1400"/>
              <a:t>DataBase ID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env </a:t>
            </a:r>
            <a:r>
              <a:rPr lang="ko-KR" altLang="en-US" sz="1400"/>
              <a:t>설정에 </a:t>
            </a:r>
            <a:r>
              <a:rPr lang="en-US" altLang="ko-KR" sz="1400"/>
              <a:t>NOTION_DATABASE_ID</a:t>
            </a:r>
            <a:r>
              <a:rPr lang="ko-KR" altLang="en-US" sz="1400"/>
              <a:t>를 설정한다</a:t>
            </a:r>
            <a:r>
              <a:rPr lang="en-US" altLang="ko-KR" sz="1400"/>
              <a:t>.</a:t>
            </a:r>
            <a:br>
              <a:rPr lang="en-US" altLang="ko-KR" sz="1400"/>
            </a:br>
            <a:endParaRPr lang="en-US" altLang="ko-KR" sz="1400"/>
          </a:p>
          <a:p>
            <a:r>
              <a:rPr lang="en-US" altLang="ko-KR" sz="1400"/>
              <a:t>※ Items </a:t>
            </a:r>
            <a:r>
              <a:rPr lang="ko-KR" altLang="en-US" sz="1400"/>
              <a:t>에 관한 </a:t>
            </a:r>
            <a:r>
              <a:rPr lang="en-US" altLang="ko-KR" sz="1400"/>
              <a:t>DB id</a:t>
            </a:r>
            <a:r>
              <a:rPr lang="ko-KR" altLang="en-US" sz="1400"/>
              <a:t>는 관계형으로 연결되어있음으로 추가해줄 필요없다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3710C88-B0CD-E941-7B48-0F09A48D6EBB}"/>
              </a:ext>
            </a:extLst>
          </p:cNvPr>
          <p:cNvGrpSpPr/>
          <p:nvPr/>
        </p:nvGrpSpPr>
        <p:grpSpPr>
          <a:xfrm>
            <a:off x="515659" y="1831762"/>
            <a:ext cx="4448796" cy="2591162"/>
            <a:chOff x="515659" y="1831762"/>
            <a:chExt cx="4448796" cy="259116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4ACA5EE-4D4B-D31F-F1BC-7BA1946B2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659" y="1831762"/>
              <a:ext cx="4448796" cy="25911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28CE869-4A28-FA8A-1ACD-4EF4FA0CCA5D}"/>
                </a:ext>
              </a:extLst>
            </p:cNvPr>
            <p:cNvSpPr/>
            <p:nvPr/>
          </p:nvSpPr>
          <p:spPr>
            <a:xfrm>
              <a:off x="678730" y="3429000"/>
              <a:ext cx="1593130" cy="256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D0A8BD-EA85-1705-FC87-516DCEAFFD29}"/>
                </a:ext>
              </a:extLst>
            </p:cNvPr>
            <p:cNvSpPr/>
            <p:nvPr/>
          </p:nvSpPr>
          <p:spPr>
            <a:xfrm>
              <a:off x="678730" y="3685880"/>
              <a:ext cx="4147794" cy="256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B4A9BD-F918-C321-7D3E-ECD4DF13DA8A}"/>
                </a:ext>
              </a:extLst>
            </p:cNvPr>
            <p:cNvSpPr/>
            <p:nvPr/>
          </p:nvSpPr>
          <p:spPr>
            <a:xfrm>
              <a:off x="4751108" y="3429000"/>
              <a:ext cx="144381" cy="256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D13B5C8-3B54-4B2E-21F5-D6698F64D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247" y="1861753"/>
            <a:ext cx="5725324" cy="169568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4DF52F-3F69-53B2-7F1B-98404C462674}"/>
              </a:ext>
            </a:extLst>
          </p:cNvPr>
          <p:cNvSpPr/>
          <p:nvPr/>
        </p:nvSpPr>
        <p:spPr>
          <a:xfrm>
            <a:off x="5893324" y="3300560"/>
            <a:ext cx="4147794" cy="256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107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246</Words>
  <Application>Microsoft Office PowerPoint</Application>
  <PresentationFormat>와이드스크린</PresentationFormat>
  <Paragraphs>29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추억</vt:lpstr>
      <vt:lpstr>Notion 견적서 데이터 베이스 생성</vt:lpstr>
      <vt:lpstr>1. Notion API 엑세스 키 추가</vt:lpstr>
      <vt:lpstr>2. 연결 권한 설정</vt:lpstr>
      <vt:lpstr>3. Notion 게시글 작성-1</vt:lpstr>
      <vt:lpstr>3. Notion 게시글 작성-2</vt:lpstr>
      <vt:lpstr>3. Notion 게시글 작성-3</vt:lpstr>
      <vt:lpstr>Notion API 와 Notion DB 연결</vt:lpstr>
      <vt:lpstr>환경설정 파일에 DataBase 키 설정</vt:lpstr>
      <vt:lpstr>환경설정 파일에 DataBase ID 설정2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14</cp:revision>
  <dcterms:created xsi:type="dcterms:W3CDTF">2026-07-03T09:48:17Z</dcterms:created>
  <dcterms:modified xsi:type="dcterms:W3CDTF">2026-07-03T10:36:59Z</dcterms:modified>
</cp:coreProperties>
</file>