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8" r:id="rId3"/>
    <p:sldId id="259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B23500CF-E1C8-45B8-9F1C-012482626F3D}">
          <p14:sldIdLst>
            <p14:sldId id="256"/>
          </p14:sldIdLst>
        </p14:section>
        <p14:section name="섹션22 [프로젝트2] 요약" id="{AED6E3A7-A22F-4E63-A7D6-3150B232F2AE}">
          <p14:sldIdLst>
            <p14:sldId id="258"/>
            <p14:sldId id="259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976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120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4860D-863F-4BCA-BF0A-C10199CDDD30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0D7AF-411A-47E2-89EB-49F2E749098F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9711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4860D-863F-4BCA-BF0A-C10199CDDD30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0D7AF-411A-47E2-89EB-49F2E74909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39136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4860D-863F-4BCA-BF0A-C10199CDDD30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0D7AF-411A-47E2-89EB-49F2E749098F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86872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4860D-863F-4BCA-BF0A-C10199CDDD30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0D7AF-411A-47E2-89EB-49F2E74909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1834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4860D-863F-4BCA-BF0A-C10199CDDD30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0D7AF-411A-47E2-89EB-49F2E74909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95308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4860D-863F-4BCA-BF0A-C10199CDDD30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0D7AF-411A-47E2-89EB-49F2E74909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17964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4860D-863F-4BCA-BF0A-C10199CDDD30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0D7AF-411A-47E2-89EB-49F2E74909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87140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B394860D-863F-4BCA-BF0A-C10199CDDD30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350D7AF-411A-47E2-89EB-49F2E74909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1220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4860D-863F-4BCA-BF0A-C10199CDDD30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0D7AF-411A-47E2-89EB-49F2E74909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38568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4860D-863F-4BCA-BF0A-C10199CDDD30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0D7AF-411A-47E2-89EB-49F2E74909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6220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94860D-863F-4BCA-BF0A-C10199CDDD30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50D7AF-411A-47E2-89EB-49F2E74909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2685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B394860D-863F-4BCA-BF0A-C10199CDDD30}" type="datetimeFigureOut">
              <a:rPr lang="ko-KR" altLang="en-US" smtClean="0"/>
              <a:t>2026-07-03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350D7AF-411A-47E2-89EB-49F2E749098F}" type="slidenum">
              <a:rPr lang="ko-KR" altLang="en-US" smtClean="0"/>
              <a:t>‹#›</a:t>
            </a:fld>
            <a:endParaRPr lang="ko-KR" alt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23395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1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1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05CB41-28A4-51F2-C9CE-CE3526E9312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ko-KR" altLang="en-US" sz="5400"/>
              <a:t>프로젝트</a:t>
            </a:r>
            <a:r>
              <a:rPr lang="en-US" altLang="ko-KR" sz="5400"/>
              <a:t>2 Work Flow[</a:t>
            </a:r>
            <a:r>
              <a:rPr lang="ko-KR" altLang="en-US" sz="5400"/>
              <a:t>중요</a:t>
            </a:r>
            <a:r>
              <a:rPr lang="en-US" altLang="ko-KR" sz="5400"/>
              <a:t>]</a:t>
            </a:r>
            <a:endParaRPr lang="ko-KR" altLang="en-US" sz="540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BC29218-6235-CFF9-9612-4668A576EB4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9755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2E7438E-FEEE-1965-69C7-7FB13AAF4E77}"/>
              </a:ext>
            </a:extLst>
          </p:cNvPr>
          <p:cNvSpPr txBox="1"/>
          <p:nvPr/>
        </p:nvSpPr>
        <p:spPr>
          <a:xfrm>
            <a:off x="216814" y="254525"/>
            <a:ext cx="349577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/>
              <a:t>1. </a:t>
            </a:r>
            <a:r>
              <a:rPr lang="ko-KR" altLang="en-US" sz="1200" b="1"/>
              <a:t>개발하고자하는 프로그램의 목적 제시</a:t>
            </a:r>
            <a:br>
              <a:rPr lang="en-US" altLang="ko-KR" sz="1200" b="1"/>
            </a:br>
            <a:r>
              <a:rPr lang="en-US" altLang="ko-KR" sz="1200" b="1"/>
              <a:t>    </a:t>
            </a:r>
            <a:r>
              <a:rPr lang="ko-KR" altLang="en-US" sz="1200" b="1"/>
              <a:t>사용하고자 하는 기술 스택 나열</a:t>
            </a:r>
            <a:br>
              <a:rPr lang="en-US" altLang="ko-KR" sz="1200" b="1"/>
            </a:br>
            <a:r>
              <a:rPr lang="en-US" altLang="ko-KR" sz="1200" b="1"/>
              <a:t>    </a:t>
            </a:r>
            <a:r>
              <a:rPr lang="ko-KR" altLang="en-US" sz="1200" b="1"/>
              <a:t>추가적으로 필요한 기술에 대하여 </a:t>
            </a:r>
            <a:br>
              <a:rPr lang="en-US" altLang="ko-KR" sz="1200" b="1"/>
            </a:br>
            <a:r>
              <a:rPr lang="en-US" altLang="ko-KR" sz="1200" b="1"/>
              <a:t>    </a:t>
            </a:r>
            <a:r>
              <a:rPr lang="ko-KR" altLang="en-US" sz="1200" b="1">
                <a:solidFill>
                  <a:srgbClr val="0000FF"/>
                </a:solidFill>
              </a:rPr>
              <a:t>공통된 규칙 </a:t>
            </a:r>
            <a:r>
              <a:rPr lang="ko-KR" altLang="en-US" sz="1200" b="1"/>
              <a:t>작성 요청</a:t>
            </a:r>
            <a:br>
              <a:rPr lang="en-US" altLang="ko-KR" sz="1200"/>
            </a:br>
            <a:r>
              <a:rPr lang="en-US" altLang="ko-KR" sz="1200"/>
              <a:t>    </a:t>
            </a:r>
            <a:r>
              <a:rPr lang="en-US" altLang="ko-KR" sz="1200">
                <a:sym typeface="Wingdings" panose="05000000000000000000" pitchFamily="2" charset="2"/>
              </a:rPr>
              <a:t> </a:t>
            </a:r>
            <a:r>
              <a:rPr lang="en-US" altLang="ko-KR" sz="1200" b="1">
                <a:solidFill>
                  <a:srgbClr val="FF0000"/>
                </a:solidFill>
                <a:sym typeface="Wingdings" panose="05000000000000000000" pitchFamily="2" charset="2"/>
              </a:rPr>
              <a:t>CLAUDE.md</a:t>
            </a:r>
            <a:br>
              <a:rPr lang="en-US" altLang="ko-KR" sz="1200"/>
            </a:br>
            <a:r>
              <a:rPr lang="en-US" altLang="ko-KR" sz="1200"/>
              <a:t>(※ </a:t>
            </a:r>
            <a:r>
              <a:rPr lang="ko-KR" altLang="en-US" sz="1200"/>
              <a:t>프로그램 목적별로 사용되는 기술이 </a:t>
            </a:r>
            <a:br>
              <a:rPr lang="en-US" altLang="ko-KR" sz="1200"/>
            </a:br>
            <a:r>
              <a:rPr lang="ko-KR" altLang="en-US" sz="1200"/>
              <a:t>달라짐으로 목적도 함께 제시하여</a:t>
            </a:r>
            <a:r>
              <a:rPr lang="en-US" altLang="ko-KR" sz="1200"/>
              <a:t>, </a:t>
            </a:r>
            <a:r>
              <a:rPr lang="ko-KR" altLang="en-US" sz="1200"/>
              <a:t>기능 구현에</a:t>
            </a:r>
            <a:br>
              <a:rPr lang="en-US" altLang="ko-KR" sz="1200"/>
            </a:br>
            <a:r>
              <a:rPr lang="ko-KR" altLang="en-US" sz="1200"/>
              <a:t>누락되는 라이브러리들이 없도록 한다</a:t>
            </a:r>
            <a:r>
              <a:rPr lang="en-US" altLang="ko-KR" sz="1200"/>
              <a:t>.)</a:t>
            </a:r>
            <a:endParaRPr lang="ko-KR" altLang="en-US" sz="120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75B1164-11AB-8625-0B70-15A1336DB4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55" y="2035978"/>
            <a:ext cx="881631" cy="82977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7FD208C2-C2B5-D505-64C3-A350FBE4A8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047" y="2384981"/>
            <a:ext cx="510815" cy="48076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6782877-B577-941E-9D76-B9A63E63E1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0862" y="2384981"/>
            <a:ext cx="510815" cy="480767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8BF17838-9B91-803B-DA7E-5862677B7370}"/>
              </a:ext>
            </a:extLst>
          </p:cNvPr>
          <p:cNvSpPr/>
          <p:nvPr/>
        </p:nvSpPr>
        <p:spPr>
          <a:xfrm>
            <a:off x="1678654" y="2337276"/>
            <a:ext cx="1021630" cy="556181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C45189A7-EC93-8EFF-A9FC-EA972CEAE9C4}"/>
              </a:ext>
            </a:extLst>
          </p:cNvPr>
          <p:cNvCxnSpPr>
            <a:cxnSpLocks/>
          </p:cNvCxnSpPr>
          <p:nvPr/>
        </p:nvCxnSpPr>
        <p:spPr>
          <a:xfrm flipH="1">
            <a:off x="1298586" y="2587658"/>
            <a:ext cx="36146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2CDBC0D-ADEF-1895-86B0-C4166A7CD683}"/>
              </a:ext>
            </a:extLst>
          </p:cNvPr>
          <p:cNvSpPr txBox="1"/>
          <p:nvPr/>
        </p:nvSpPr>
        <p:spPr>
          <a:xfrm>
            <a:off x="548566" y="2960016"/>
            <a:ext cx="88163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CLAUDE.md</a:t>
            </a:r>
            <a:endParaRPr lang="ko-KR" altLang="en-US" sz="110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ED0723-B837-B076-9DD0-2C4A7E026BA8}"/>
              </a:ext>
            </a:extLst>
          </p:cNvPr>
          <p:cNvSpPr txBox="1"/>
          <p:nvPr/>
        </p:nvSpPr>
        <p:spPr>
          <a:xfrm>
            <a:off x="1581231" y="2960016"/>
            <a:ext cx="1576748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.claude/rules/*.md</a:t>
            </a:r>
            <a:endParaRPr lang="ko-KR" altLang="en-US" sz="110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1894C5D-8440-A99A-4C85-CCB5627F1AEE}"/>
              </a:ext>
            </a:extLst>
          </p:cNvPr>
          <p:cNvSpPr txBox="1"/>
          <p:nvPr/>
        </p:nvSpPr>
        <p:spPr>
          <a:xfrm>
            <a:off x="216813" y="3393650"/>
            <a:ext cx="398754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/>
              <a:t>※ </a:t>
            </a:r>
            <a:r>
              <a:rPr lang="ko-KR" altLang="en-US" sz="1200"/>
              <a:t>기술스택에 따라 규칙을 정리하고 싶을떄</a:t>
            </a:r>
            <a:r>
              <a:rPr lang="en-US" altLang="ko-KR" sz="1200"/>
              <a:t>,</a:t>
            </a:r>
            <a:br>
              <a:rPr lang="en-US" altLang="ko-KR" sz="1200"/>
            </a:br>
            <a:r>
              <a:rPr lang="en-US" altLang="ko-KR" sz="1200"/>
              <a:t>    </a:t>
            </a:r>
            <a:r>
              <a:rPr lang="ko-KR" altLang="en-US" sz="1200"/>
              <a:t>모듈형 메모리 규칙을 사용할 수 있다</a:t>
            </a:r>
            <a:r>
              <a:rPr lang="en-US" altLang="ko-KR" sz="1200"/>
              <a:t>.</a:t>
            </a:r>
            <a:br>
              <a:rPr lang="en-US" altLang="ko-KR" sz="1200"/>
            </a:br>
            <a:r>
              <a:rPr lang="en-US" altLang="ko-KR" sz="1200"/>
              <a:t>※ CLAUDE.md </a:t>
            </a:r>
            <a:r>
              <a:rPr lang="ko-KR" altLang="en-US" sz="1200"/>
              <a:t>내부에 </a:t>
            </a:r>
            <a:r>
              <a:rPr lang="en-US" altLang="ko-KR" sz="1200"/>
              <a:t>@path/to/import </a:t>
            </a:r>
            <a:r>
              <a:rPr lang="ko-KR" altLang="en-US" sz="1200"/>
              <a:t>구문으로 </a:t>
            </a:r>
            <a:br>
              <a:rPr lang="en-US" altLang="ko-KR" sz="1200"/>
            </a:br>
            <a:r>
              <a:rPr lang="en-US" altLang="ko-KR" sz="1200"/>
              <a:t>     </a:t>
            </a:r>
            <a:r>
              <a:rPr lang="ko-KR" altLang="en-US" sz="1200"/>
              <a:t>특정 </a:t>
            </a:r>
            <a:r>
              <a:rPr lang="en-US" altLang="ko-KR" sz="1200"/>
              <a:t>rule </a:t>
            </a:r>
            <a:r>
              <a:rPr lang="ko-KR" altLang="en-US" sz="1200"/>
              <a:t>이 적혀있는 </a:t>
            </a:r>
            <a:r>
              <a:rPr lang="en-US" altLang="ko-KR" sz="1200"/>
              <a:t>.md </a:t>
            </a:r>
            <a:r>
              <a:rPr lang="ko-KR" altLang="en-US" sz="1200"/>
              <a:t>파일을 인식시킬수 있다</a:t>
            </a:r>
            <a:r>
              <a:rPr lang="en-US" altLang="ko-KR" sz="1200"/>
              <a:t>.</a:t>
            </a:r>
            <a:endParaRPr lang="ko-KR" altLang="en-US" sz="120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B1539B7-CB41-DA9A-F216-2DF318E9B0D7}"/>
              </a:ext>
            </a:extLst>
          </p:cNvPr>
          <p:cNvSpPr txBox="1"/>
          <p:nvPr/>
        </p:nvSpPr>
        <p:spPr>
          <a:xfrm>
            <a:off x="4083375" y="194415"/>
            <a:ext cx="31469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/>
              <a:t>2. </a:t>
            </a:r>
            <a:r>
              <a:rPr lang="ko-KR" altLang="en-US" sz="1200" b="1"/>
              <a:t>만들고자 하는 프로그램의 주요 흐름을 </a:t>
            </a:r>
            <a:br>
              <a:rPr lang="en-US" altLang="ko-KR" sz="1200" b="1"/>
            </a:br>
            <a:r>
              <a:rPr lang="en-US" altLang="ko-KR" sz="1200" b="1"/>
              <a:t>    </a:t>
            </a:r>
            <a:r>
              <a:rPr lang="ko-KR" altLang="en-US" sz="1200" b="1"/>
              <a:t>설명하고 </a:t>
            </a:r>
            <a:r>
              <a:rPr lang="en-US" altLang="ko-KR" sz="1200" b="1"/>
              <a:t>PRD.md</a:t>
            </a:r>
            <a:r>
              <a:rPr lang="ko-KR" altLang="en-US" sz="1200" b="1"/>
              <a:t> 파일을 생성 요청한다</a:t>
            </a:r>
            <a:r>
              <a:rPr lang="en-US" altLang="ko-KR" sz="1200" b="1"/>
              <a:t>.</a:t>
            </a:r>
            <a:br>
              <a:rPr lang="en-US" altLang="ko-KR" sz="1200"/>
            </a:br>
            <a:r>
              <a:rPr lang="en-US" altLang="ko-KR" sz="1200"/>
              <a:t>    </a:t>
            </a:r>
            <a:endParaRPr lang="ko-KR" altLang="en-US" sz="120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78D93877-57A9-7D85-44AE-7AD7704E63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1834" y="4237854"/>
            <a:ext cx="2638793" cy="48584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ACC0ED04-AF25-FF16-AE11-A5D4674AF790}"/>
              </a:ext>
            </a:extLst>
          </p:cNvPr>
          <p:cNvSpPr txBox="1"/>
          <p:nvPr/>
        </p:nvSpPr>
        <p:spPr>
          <a:xfrm>
            <a:off x="4083375" y="754536"/>
            <a:ext cx="314698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2.1 &gt; </a:t>
            </a:r>
            <a:r>
              <a:rPr lang="ko-KR" altLang="en-US" sz="1100"/>
              <a:t>메타 프롬프트를 활용한 </a:t>
            </a:r>
            <a:r>
              <a:rPr lang="en-US" altLang="ko-KR" sz="1100"/>
              <a:t>PRD </a:t>
            </a:r>
            <a:r>
              <a:rPr lang="ko-KR" altLang="en-US" sz="1100"/>
              <a:t>생성</a:t>
            </a:r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endParaRPr lang="en-US" altLang="ko-KR" sz="1100"/>
          </a:p>
          <a:p>
            <a:r>
              <a:rPr lang="en-US" altLang="ko-KR" sz="1100"/>
              <a:t>2.2 &gt; </a:t>
            </a:r>
            <a:r>
              <a:rPr lang="ko-KR" altLang="en-US" sz="1100"/>
              <a:t>전문 </a:t>
            </a:r>
            <a:r>
              <a:rPr lang="en-US" altLang="ko-KR" sz="1100"/>
              <a:t>Agent</a:t>
            </a:r>
            <a:r>
              <a:rPr lang="ko-KR" altLang="en-US" sz="1100"/>
              <a:t>를 생성하여 </a:t>
            </a:r>
            <a:r>
              <a:rPr lang="en-US" altLang="ko-KR" sz="1100"/>
              <a:t>PRD </a:t>
            </a:r>
            <a:r>
              <a:rPr lang="ko-KR" altLang="en-US" sz="1100"/>
              <a:t>생성 요청</a:t>
            </a:r>
            <a:endParaRPr lang="en-US" altLang="ko-KR" sz="1100"/>
          </a:p>
          <a:p>
            <a:endParaRPr lang="ko-KR" altLang="en-US" sz="1100"/>
          </a:p>
        </p:txBody>
      </p:sp>
      <p:pic>
        <p:nvPicPr>
          <p:cNvPr id="22" name="그림 21">
            <a:extLst>
              <a:ext uri="{FF2B5EF4-FFF2-40B4-BE49-F238E27FC236}">
                <a16:creationId xmlns:a16="http://schemas.microsoft.com/office/drawing/2014/main" id="{7D584D89-0013-0E1B-7FDC-A1BBF7981F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83375" y="1101529"/>
            <a:ext cx="3382841" cy="95215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7AEEBC7F-644C-B63D-4F91-A3C45BC4E4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74970" y="1122193"/>
            <a:ext cx="3355283" cy="1281237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99C44FF4-D6A1-1674-131A-E9F1D9F49349}"/>
              </a:ext>
            </a:extLst>
          </p:cNvPr>
          <p:cNvSpPr txBox="1"/>
          <p:nvPr/>
        </p:nvSpPr>
        <p:spPr>
          <a:xfrm>
            <a:off x="4083375" y="2092751"/>
            <a:ext cx="29411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메타 프롬프트 생성 요청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10F109B-8692-0520-C157-D20553B7EDF1}"/>
              </a:ext>
            </a:extLst>
          </p:cNvPr>
          <p:cNvSpPr txBox="1"/>
          <p:nvPr/>
        </p:nvSpPr>
        <p:spPr>
          <a:xfrm>
            <a:off x="7601144" y="2421515"/>
            <a:ext cx="29411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100"/>
              <a:t>메타 프롬프트를 통한 </a:t>
            </a:r>
            <a:r>
              <a:rPr lang="en-US" altLang="ko-KR" sz="1100"/>
              <a:t>PRD.md </a:t>
            </a:r>
            <a:r>
              <a:rPr lang="ko-KR" altLang="en-US" sz="1100"/>
              <a:t>요청</a:t>
            </a:r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AD02A103-D9DC-85F6-C210-79211A21454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04354" y="3527125"/>
            <a:ext cx="4527288" cy="499489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E030C722-9C19-1F7A-7A9A-D72ADDCF5FB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4354" y="3140916"/>
            <a:ext cx="5165873" cy="288084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8D7EB9B9-306B-F83B-117C-5077F25387D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204354" y="4384097"/>
            <a:ext cx="2705478" cy="714475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id="{260DC755-995B-2D15-A932-337623885A8A}"/>
              </a:ext>
            </a:extLst>
          </p:cNvPr>
          <p:cNvSpPr txBox="1"/>
          <p:nvPr/>
        </p:nvSpPr>
        <p:spPr>
          <a:xfrm>
            <a:off x="4074135" y="4070274"/>
            <a:ext cx="46458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2.2.1 - /agent </a:t>
            </a:r>
            <a:r>
              <a:rPr lang="ko-KR" altLang="en-US" sz="1050"/>
              <a:t>명령어로 전문적인 역할을 수행하는 </a:t>
            </a:r>
            <a:r>
              <a:rPr lang="en-US" altLang="ko-KR" sz="1050"/>
              <a:t>Sub Agent </a:t>
            </a:r>
            <a:r>
              <a:rPr lang="ko-KR" altLang="en-US" sz="1050"/>
              <a:t>구성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D0011E14-B83B-7D03-5488-BA58FF48C1C7}"/>
              </a:ext>
            </a:extLst>
          </p:cNvPr>
          <p:cNvSpPr txBox="1"/>
          <p:nvPr/>
        </p:nvSpPr>
        <p:spPr>
          <a:xfrm>
            <a:off x="4074135" y="5168355"/>
            <a:ext cx="464584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/>
              <a:t>2.2.2 – SubAgent </a:t>
            </a:r>
            <a:r>
              <a:rPr lang="ko-KR" altLang="en-US" sz="1050"/>
              <a:t>에게 </a:t>
            </a:r>
            <a:r>
              <a:rPr lang="en-US" altLang="ko-KR" sz="1050"/>
              <a:t>PRD</a:t>
            </a:r>
            <a:r>
              <a:rPr lang="ko-KR" altLang="en-US" sz="1050"/>
              <a:t>생성 요청</a:t>
            </a:r>
          </a:p>
        </p:txBody>
      </p:sp>
      <p:pic>
        <p:nvPicPr>
          <p:cNvPr id="38" name="그림 37">
            <a:extLst>
              <a:ext uri="{FF2B5EF4-FFF2-40B4-BE49-F238E27FC236}">
                <a16:creationId xmlns:a16="http://schemas.microsoft.com/office/drawing/2014/main" id="{602B4E2F-B693-2C00-35E7-638BFA5204A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294959" y="4454571"/>
            <a:ext cx="4150535" cy="2402459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BBDD9DD0-7753-027B-6299-36E91D93167B}"/>
              </a:ext>
            </a:extLst>
          </p:cNvPr>
          <p:cNvSpPr txBox="1"/>
          <p:nvPr/>
        </p:nvSpPr>
        <p:spPr>
          <a:xfrm>
            <a:off x="4083375" y="5524107"/>
            <a:ext cx="314698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※ PRD</a:t>
            </a:r>
            <a:r>
              <a:rPr lang="ko-KR" altLang="en-US" sz="1100"/>
              <a:t> </a:t>
            </a:r>
            <a:r>
              <a:rPr lang="en-US" altLang="ko-KR" sz="1100">
                <a:sym typeface="Wingdings" panose="05000000000000000000" pitchFamily="2" charset="2"/>
              </a:rPr>
              <a:t></a:t>
            </a:r>
            <a:r>
              <a:rPr lang="ko-KR" altLang="en-US" sz="1100">
                <a:sym typeface="Wingdings" panose="05000000000000000000" pitchFamily="2" charset="2"/>
              </a:rPr>
              <a:t> 프로그램의 목적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</a:t>
            </a:r>
            <a:r>
              <a:rPr lang="ko-KR" altLang="en-US" sz="1100">
                <a:sym typeface="Wingdings" panose="05000000000000000000" pitchFamily="2" charset="2"/>
              </a:rPr>
              <a:t>사용자 별 </a:t>
            </a:r>
            <a:r>
              <a:rPr lang="en-US" altLang="ko-KR" sz="1100">
                <a:sym typeface="Wingdings" panose="05000000000000000000" pitchFamily="2" charset="2"/>
              </a:rPr>
              <a:t>Work Flow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</a:t>
            </a:r>
            <a:r>
              <a:rPr lang="ko-KR" altLang="en-US" sz="1100">
                <a:sym typeface="Wingdings" panose="05000000000000000000" pitchFamily="2" charset="2"/>
              </a:rPr>
              <a:t>핵심 기능 정의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        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27719791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8E7EB9-9BC9-2292-7D60-0251FE677ABE}"/>
              </a:ext>
            </a:extLst>
          </p:cNvPr>
          <p:cNvSpPr txBox="1"/>
          <p:nvPr/>
        </p:nvSpPr>
        <p:spPr>
          <a:xfrm>
            <a:off x="142970" y="184988"/>
            <a:ext cx="33449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/>
              <a:t>3. PRD </a:t>
            </a:r>
            <a:r>
              <a:rPr lang="ko-KR" altLang="en-US" sz="1200" b="1"/>
              <a:t>문서를 기반으로 </a:t>
            </a:r>
            <a:r>
              <a:rPr lang="en-US" altLang="ko-KR" sz="1200" b="1"/>
              <a:t>ROADMAP.md </a:t>
            </a:r>
            <a:r>
              <a:rPr lang="ko-KR" altLang="en-US" sz="1200" b="1"/>
              <a:t>파일을</a:t>
            </a:r>
            <a:br>
              <a:rPr lang="en-US" altLang="ko-KR" sz="1200" b="1"/>
            </a:br>
            <a:r>
              <a:rPr lang="en-US" altLang="ko-KR" sz="1200" b="1"/>
              <a:t>    </a:t>
            </a:r>
            <a:r>
              <a:rPr lang="ko-KR" altLang="en-US" sz="1200" b="1"/>
              <a:t>작성 요청한다</a:t>
            </a:r>
            <a:r>
              <a:rPr lang="en-US" altLang="ko-KR" sz="1200" b="1"/>
              <a:t>.</a:t>
            </a:r>
            <a:br>
              <a:rPr lang="en-US" altLang="ko-KR" sz="1200" b="1"/>
            </a:br>
            <a:r>
              <a:rPr lang="en-US" altLang="ko-KR" sz="1200" b="1"/>
              <a:t>    </a:t>
            </a:r>
            <a:r>
              <a:rPr lang="ko-KR" altLang="en-US" sz="1200" b="1"/>
              <a:t> </a:t>
            </a:r>
            <a:r>
              <a:rPr lang="en-US" altLang="ko-KR" sz="1200" b="1"/>
              <a:t> </a:t>
            </a:r>
            <a:br>
              <a:rPr lang="en-US" altLang="ko-KR" sz="1200"/>
            </a:br>
            <a:r>
              <a:rPr lang="en-US" altLang="ko-KR" sz="1200"/>
              <a:t>    </a:t>
            </a:r>
            <a:endParaRPr lang="ko-KR" altLang="en-US" sz="12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D2134C3-7FE0-3179-002F-6899731D35C5}"/>
              </a:ext>
            </a:extLst>
          </p:cNvPr>
          <p:cNvSpPr txBox="1"/>
          <p:nvPr/>
        </p:nvSpPr>
        <p:spPr>
          <a:xfrm>
            <a:off x="340934" y="763963"/>
            <a:ext cx="314698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3.1 &gt; ROADMAP </a:t>
            </a:r>
            <a:r>
              <a:rPr lang="ko-KR" altLang="en-US" sz="1100"/>
              <a:t>작성 전문 서브에이전트를 </a:t>
            </a:r>
            <a:br>
              <a:rPr lang="en-US" altLang="ko-KR" sz="1100"/>
            </a:br>
            <a:r>
              <a:rPr lang="en-US" altLang="ko-KR" sz="1100"/>
              <a:t>         </a:t>
            </a:r>
            <a:r>
              <a:rPr lang="ko-KR" altLang="en-US" sz="1100"/>
              <a:t>생성하고 </a:t>
            </a:r>
            <a:r>
              <a:rPr lang="en-US" altLang="ko-KR" sz="1100"/>
              <a:t>PRD.md</a:t>
            </a:r>
            <a:r>
              <a:rPr lang="ko-KR" altLang="en-US" sz="1100"/>
              <a:t>를 참고하여 </a:t>
            </a:r>
            <a:r>
              <a:rPr lang="en-US" altLang="ko-KR" sz="1100"/>
              <a:t>ROADMAP</a:t>
            </a:r>
            <a:br>
              <a:rPr lang="en-US" altLang="ko-KR" sz="1100"/>
            </a:br>
            <a:r>
              <a:rPr lang="en-US" altLang="ko-KR" sz="1100"/>
              <a:t>         </a:t>
            </a:r>
            <a:r>
              <a:rPr lang="ko-KR" altLang="en-US" sz="1100"/>
              <a:t>파일을 작성 요청한다</a:t>
            </a:r>
            <a:r>
              <a:rPr lang="en-US" altLang="ko-KR" sz="1100"/>
              <a:t>.</a:t>
            </a:r>
          </a:p>
          <a:p>
            <a:endParaRPr lang="en-US" altLang="ko-KR" sz="1100"/>
          </a:p>
          <a:p>
            <a:r>
              <a:rPr lang="en-US" altLang="ko-KR" sz="1100"/>
              <a:t>3.2 &gt; Shrimp Task Manager MCP</a:t>
            </a:r>
            <a:r>
              <a:rPr lang="ko-KR" altLang="en-US" sz="1100"/>
              <a:t>의 </a:t>
            </a:r>
            <a:r>
              <a:rPr lang="en-US" altLang="ko-KR" sz="1100"/>
              <a:t>plan_tasks </a:t>
            </a:r>
            <a:br>
              <a:rPr lang="en-US" altLang="ko-KR" sz="1100"/>
            </a:br>
            <a:r>
              <a:rPr lang="ko-KR" altLang="en-US" sz="1100"/>
              <a:t>          명령을 통해 </a:t>
            </a:r>
            <a:r>
              <a:rPr lang="en-US" altLang="ko-KR" sz="1100"/>
              <a:t>PRD.md</a:t>
            </a:r>
            <a:r>
              <a:rPr lang="ko-KR" altLang="en-US" sz="1100"/>
              <a:t>를 참고하여 </a:t>
            </a:r>
            <a:br>
              <a:rPr lang="en-US" altLang="ko-KR" sz="1100"/>
            </a:br>
            <a:r>
              <a:rPr lang="en-US" altLang="ko-KR" sz="1100"/>
              <a:t>          </a:t>
            </a:r>
            <a:r>
              <a:rPr lang="ko-KR" altLang="en-US" sz="1100"/>
              <a:t>계획을 수립하고 </a:t>
            </a:r>
            <a:r>
              <a:rPr lang="en-US" altLang="ko-KR" sz="1100"/>
              <a:t>ROADMAP.md </a:t>
            </a:r>
            <a:r>
              <a:rPr lang="ko-KR" altLang="en-US" sz="1100"/>
              <a:t>로 </a:t>
            </a:r>
            <a:br>
              <a:rPr lang="en-US" altLang="ko-KR" sz="1100"/>
            </a:br>
            <a:r>
              <a:rPr lang="en-US" altLang="ko-KR" sz="1100"/>
              <a:t>          </a:t>
            </a:r>
            <a:r>
              <a:rPr lang="ko-KR" altLang="en-US" sz="1100"/>
              <a:t>수립한 계획을 정리하게 시킬수 있다</a:t>
            </a:r>
            <a:r>
              <a:rPr lang="en-US" altLang="ko-KR" sz="1100"/>
              <a:t>.</a:t>
            </a:r>
            <a:br>
              <a:rPr lang="en-US" altLang="ko-KR" sz="1100"/>
            </a:br>
            <a:r>
              <a:rPr lang="en-US" altLang="ko-KR" sz="1100"/>
              <a:t>          (※ Shrimp Task Manager </a:t>
            </a:r>
            <a:r>
              <a:rPr lang="ko-KR" altLang="en-US" sz="1100"/>
              <a:t>의 </a:t>
            </a:r>
            <a:r>
              <a:rPr lang="en-US" altLang="ko-KR" sz="1100"/>
              <a:t>plan_tasks</a:t>
            </a:r>
            <a:br>
              <a:rPr lang="en-US" altLang="ko-KR" sz="1100"/>
            </a:br>
            <a:r>
              <a:rPr lang="en-US" altLang="ko-KR" sz="1100"/>
              <a:t>                </a:t>
            </a:r>
            <a:r>
              <a:rPr lang="ko-KR" altLang="en-US" sz="1100"/>
              <a:t>명령은 </a:t>
            </a:r>
            <a:r>
              <a:rPr lang="en-US" altLang="ko-KR" sz="1100"/>
              <a:t>app\.shrimp_data\tasks.json </a:t>
            </a:r>
            <a:r>
              <a:rPr lang="ko-KR" altLang="en-US" sz="1100"/>
              <a:t>경로</a:t>
            </a:r>
            <a:br>
              <a:rPr lang="en-US" altLang="ko-KR" sz="1100"/>
            </a:br>
            <a:r>
              <a:rPr lang="en-US" altLang="ko-KR" sz="1100"/>
              <a:t>                </a:t>
            </a:r>
            <a:r>
              <a:rPr lang="ko-KR" altLang="en-US" sz="1100"/>
              <a:t>에 정리된다</a:t>
            </a:r>
            <a:r>
              <a:rPr lang="en-US" altLang="ko-KR" sz="1100"/>
              <a:t>.)</a:t>
            </a:r>
            <a:br>
              <a:rPr lang="en-US" altLang="ko-KR" sz="1100"/>
            </a:br>
            <a:br>
              <a:rPr lang="en-US" altLang="ko-KR" sz="1100"/>
            </a:br>
            <a:r>
              <a:rPr lang="en-US" altLang="ko-KR" sz="1100"/>
              <a:t>※ ROADMAP.md</a:t>
            </a:r>
            <a:r>
              <a:rPr lang="ko-KR" altLang="en-US" sz="1100"/>
              <a:t> 는 </a:t>
            </a:r>
            <a:r>
              <a:rPr lang="en-US" altLang="ko-KR" sz="1100"/>
              <a:t>PRD</a:t>
            </a:r>
            <a:r>
              <a:rPr lang="ko-KR" altLang="en-US" sz="1100"/>
              <a:t>에서 정의한 프로젝트</a:t>
            </a:r>
            <a:br>
              <a:rPr lang="en-US" altLang="ko-KR" sz="1100"/>
            </a:br>
            <a:r>
              <a:rPr lang="en-US" altLang="ko-KR" sz="1100"/>
              <a:t>     </a:t>
            </a:r>
            <a:r>
              <a:rPr lang="ko-KR" altLang="en-US" sz="1100"/>
              <a:t>목표를 달성하기 위한 기능 구현 계획이 </a:t>
            </a:r>
            <a:br>
              <a:rPr lang="en-US" altLang="ko-KR" sz="1100"/>
            </a:br>
            <a:r>
              <a:rPr lang="en-US" altLang="ko-KR" sz="1100"/>
              <a:t>     </a:t>
            </a:r>
            <a:r>
              <a:rPr lang="ko-KR" altLang="en-US" sz="1100"/>
              <a:t>나열된 파일이다</a:t>
            </a:r>
            <a:r>
              <a:rPr lang="en-US" altLang="ko-KR" sz="1100"/>
              <a:t>.</a:t>
            </a:r>
            <a:br>
              <a:rPr lang="en-US" altLang="ko-KR" sz="1100"/>
            </a:br>
            <a:br>
              <a:rPr lang="en-US" altLang="ko-KR" sz="1100"/>
            </a:br>
            <a:r>
              <a:rPr lang="en-US" altLang="ko-KR" sz="1100"/>
              <a:t>( </a:t>
            </a:r>
            <a:r>
              <a:rPr lang="ko-KR" altLang="en-US" sz="1100"/>
              <a:t>작업 절차</a:t>
            </a:r>
            <a:r>
              <a:rPr lang="en-US" altLang="ko-KR" sz="1100"/>
              <a:t>, </a:t>
            </a:r>
            <a:r>
              <a:rPr lang="ko-KR" altLang="en-US" sz="1100"/>
              <a:t>작업별 기능</a:t>
            </a:r>
            <a:r>
              <a:rPr lang="en-US" altLang="ko-KR" sz="1100"/>
              <a:t>, </a:t>
            </a:r>
            <a:r>
              <a:rPr lang="ko-KR" altLang="en-US" sz="1100"/>
              <a:t>구현 예상 소요 시간</a:t>
            </a:r>
            <a:r>
              <a:rPr lang="en-US" altLang="ko-KR" sz="1100"/>
              <a:t>)</a:t>
            </a:r>
            <a:r>
              <a:rPr lang="ko-KR" altLang="en-US" sz="1100"/>
              <a:t> 등</a:t>
            </a:r>
            <a:br>
              <a:rPr lang="en-US" altLang="ko-KR" sz="1100"/>
            </a:br>
            <a:r>
              <a:rPr lang="en-US" altLang="ko-KR" sz="1100"/>
              <a:t>     </a:t>
            </a:r>
            <a:br>
              <a:rPr lang="en-US" altLang="ko-KR" sz="1100"/>
            </a:br>
            <a:r>
              <a:rPr lang="en-US" altLang="ko-KR" sz="1100"/>
              <a:t>         </a:t>
            </a:r>
          </a:p>
          <a:p>
            <a:endParaRPr lang="ko-KR" altLang="en-US" sz="110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3E87CC-9779-3C45-E76C-A3E48ED57642}"/>
              </a:ext>
            </a:extLst>
          </p:cNvPr>
          <p:cNvSpPr txBox="1"/>
          <p:nvPr/>
        </p:nvSpPr>
        <p:spPr>
          <a:xfrm>
            <a:off x="3685882" y="184987"/>
            <a:ext cx="334494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/>
              <a:t>4. ROADMAP.md</a:t>
            </a:r>
            <a:r>
              <a:rPr lang="ko-KR" altLang="en-US" sz="1200" b="1"/>
              <a:t> 의 절차를 하나씩 </a:t>
            </a:r>
            <a:br>
              <a:rPr lang="en-US" altLang="ko-KR" sz="1200" b="1"/>
            </a:br>
            <a:r>
              <a:rPr lang="en-US" altLang="ko-KR" sz="1200" b="1"/>
              <a:t>    Shrimp Task Master MCP</a:t>
            </a:r>
            <a:r>
              <a:rPr lang="ko-KR" altLang="en-US" sz="1200" b="1"/>
              <a:t>의 </a:t>
            </a:r>
            <a:r>
              <a:rPr lang="en-US" altLang="ko-KR" sz="1200" b="1"/>
              <a:t>plan_task </a:t>
            </a:r>
            <a:r>
              <a:rPr lang="ko-KR" altLang="en-US" sz="1200" b="1"/>
              <a:t>명령을</a:t>
            </a:r>
            <a:br>
              <a:rPr lang="en-US" altLang="ko-KR" sz="1200" b="1"/>
            </a:br>
            <a:r>
              <a:rPr lang="en-US" altLang="ko-KR" sz="1200" b="1"/>
              <a:t>    </a:t>
            </a:r>
            <a:r>
              <a:rPr lang="ko-KR" altLang="en-US" sz="1200" b="1"/>
              <a:t>통해 세부적으로 구현해 나간다</a:t>
            </a:r>
            <a:r>
              <a:rPr lang="en-US" altLang="ko-KR" sz="1200" b="1"/>
              <a:t>.</a:t>
            </a:r>
            <a:br>
              <a:rPr lang="en-US" altLang="ko-KR" sz="1200"/>
            </a:br>
            <a:r>
              <a:rPr lang="en-US" altLang="ko-KR" sz="1200"/>
              <a:t>    </a:t>
            </a:r>
            <a:endParaRPr lang="ko-KR" altLang="en-US" sz="12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0C6535-0322-C7D8-2A83-BEE84C2DE2DE}"/>
              </a:ext>
            </a:extLst>
          </p:cNvPr>
          <p:cNvSpPr txBox="1"/>
          <p:nvPr/>
        </p:nvSpPr>
        <p:spPr>
          <a:xfrm>
            <a:off x="3685882" y="858231"/>
            <a:ext cx="3223966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4.1 &gt; </a:t>
            </a:r>
            <a:r>
              <a:rPr lang="ko-KR" altLang="en-US" sz="1100"/>
              <a:t>세부 작업별 주요 기술스택이 필요한 경우</a:t>
            </a:r>
            <a:br>
              <a:rPr lang="en-US" altLang="ko-KR" sz="1100"/>
            </a:br>
            <a:r>
              <a:rPr lang="en-US" altLang="ko-KR" sz="1100"/>
              <a:t>          </a:t>
            </a:r>
            <a:r>
              <a:rPr lang="ko-KR" altLang="en-US" sz="1100"/>
              <a:t>기술 스택에 대한 전문 서브 에이전트를 두어</a:t>
            </a:r>
            <a:br>
              <a:rPr lang="en-US" altLang="ko-KR" sz="1100"/>
            </a:br>
            <a:r>
              <a:rPr lang="en-US" altLang="ko-KR" sz="1100"/>
              <a:t>          </a:t>
            </a:r>
            <a:r>
              <a:rPr lang="ko-KR" altLang="en-US" sz="1100"/>
              <a:t>처리를 장려한다</a:t>
            </a:r>
            <a:r>
              <a:rPr lang="en-US" altLang="ko-KR" sz="1100"/>
              <a:t>.</a:t>
            </a:r>
            <a:br>
              <a:rPr lang="en-US" altLang="ko-KR" sz="1100"/>
            </a:br>
            <a:endParaRPr lang="en-US" altLang="ko-KR" sz="1100"/>
          </a:p>
          <a:p>
            <a:r>
              <a:rPr lang="en-US" altLang="ko-KR" sz="1100"/>
              <a:t>4.2 &gt; </a:t>
            </a:r>
            <a:r>
              <a:rPr lang="ko-KR" altLang="en-US" sz="1100"/>
              <a:t>작업이 복잡한 경우 </a:t>
            </a:r>
            <a:r>
              <a:rPr lang="en-US" altLang="ko-KR" sz="1100"/>
              <a:t>analyze_task</a:t>
            </a:r>
            <a:r>
              <a:rPr lang="ko-KR" altLang="en-US" sz="1100"/>
              <a:t>를 통해 </a:t>
            </a:r>
            <a:br>
              <a:rPr lang="en-US" altLang="ko-KR" sz="1100"/>
            </a:br>
            <a:r>
              <a:rPr lang="en-US" altLang="ko-KR" sz="1100"/>
              <a:t>          </a:t>
            </a:r>
            <a:r>
              <a:rPr lang="ko-KR" altLang="en-US" sz="1100"/>
              <a:t>다시 한번 작업 세분화가 가능한지 </a:t>
            </a:r>
            <a:br>
              <a:rPr lang="en-US" altLang="ko-KR" sz="1100"/>
            </a:br>
            <a:r>
              <a:rPr lang="en-US" altLang="ko-KR" sz="1100"/>
              <a:t>          </a:t>
            </a:r>
            <a:r>
              <a:rPr lang="ko-KR" altLang="en-US" sz="1100"/>
              <a:t>확인가능하다</a:t>
            </a:r>
            <a:r>
              <a:rPr lang="en-US" altLang="ko-KR" sz="1100"/>
              <a:t>.</a:t>
            </a:r>
            <a:br>
              <a:rPr lang="en-US" altLang="ko-KR" sz="1100"/>
            </a:br>
            <a:r>
              <a:rPr lang="en-US" altLang="ko-KR" sz="1100"/>
              <a:t>          </a:t>
            </a:r>
            <a:r>
              <a:rPr lang="ko-KR" altLang="en-US" sz="1100"/>
              <a:t>세분화가 가능하면 </a:t>
            </a:r>
            <a:r>
              <a:rPr lang="en-US" altLang="ko-KR" sz="1100">
                <a:sym typeface="Wingdings" panose="05000000000000000000" pitchFamily="2" charset="2"/>
              </a:rPr>
              <a:t> split_tasks </a:t>
            </a:r>
            <a:r>
              <a:rPr lang="ko-KR" altLang="en-US" sz="1100">
                <a:sym typeface="Wingdings" panose="05000000000000000000" pitchFamily="2" charset="2"/>
              </a:rPr>
              <a:t>명령을 통해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</a:t>
            </a:r>
            <a:r>
              <a:rPr lang="ko-KR" altLang="en-US" sz="1100">
                <a:sym typeface="Wingdings" panose="05000000000000000000" pitchFamily="2" charset="2"/>
              </a:rPr>
              <a:t>나뉘어진 작업을 또 한 번 더 작은 단위로 </a:t>
            </a:r>
            <a:br>
              <a:rPr lang="en-US" altLang="ko-KR" sz="1100">
                <a:sym typeface="Wingdings" panose="05000000000000000000" pitchFamily="2" charset="2"/>
              </a:rPr>
            </a:br>
            <a:r>
              <a:rPr lang="en-US" altLang="ko-KR" sz="1100">
                <a:sym typeface="Wingdings" panose="05000000000000000000" pitchFamily="2" charset="2"/>
              </a:rPr>
              <a:t>          </a:t>
            </a:r>
            <a:r>
              <a:rPr lang="ko-KR" altLang="en-US" sz="1100">
                <a:sym typeface="Wingdings" panose="05000000000000000000" pitchFamily="2" charset="2"/>
              </a:rPr>
              <a:t>나누는게 가능하다</a:t>
            </a:r>
            <a:r>
              <a:rPr lang="en-US" altLang="ko-KR" sz="1100">
                <a:sym typeface="Wingdings" panose="05000000000000000000" pitchFamily="2" charset="2"/>
              </a:rPr>
              <a:t>.</a:t>
            </a:r>
            <a:endParaRPr lang="ko-KR" altLang="en-US" sz="11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8066FFC-BC0F-5D4F-9727-9BF0F2A3CF0D}"/>
              </a:ext>
            </a:extLst>
          </p:cNvPr>
          <p:cNvSpPr txBox="1"/>
          <p:nvPr/>
        </p:nvSpPr>
        <p:spPr>
          <a:xfrm>
            <a:off x="7663992" y="184986"/>
            <a:ext cx="36010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/>
              <a:t>5. </a:t>
            </a:r>
            <a:r>
              <a:rPr lang="ko-KR" altLang="en-US" sz="1200" b="1"/>
              <a:t>기능 구현후 검증을 빠뜨리지 말자</a:t>
            </a:r>
            <a:r>
              <a:rPr lang="en-US" altLang="ko-KR" sz="1200" b="1"/>
              <a:t>.</a:t>
            </a:r>
            <a:br>
              <a:rPr lang="en-US" altLang="ko-KR" sz="1200"/>
            </a:br>
            <a:r>
              <a:rPr lang="en-US" altLang="ko-KR" sz="1200"/>
              <a:t>    </a:t>
            </a:r>
            <a:endParaRPr lang="ko-KR" altLang="en-US" sz="12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75D0C1E-76FA-256A-0E8D-93A985D94204}"/>
              </a:ext>
            </a:extLst>
          </p:cNvPr>
          <p:cNvSpPr txBox="1"/>
          <p:nvPr/>
        </p:nvSpPr>
        <p:spPr>
          <a:xfrm>
            <a:off x="7663992" y="763963"/>
            <a:ext cx="3223966" cy="16158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100"/>
              <a:t>5.1 &gt; ROADMAP.md </a:t>
            </a:r>
            <a:r>
              <a:rPr lang="ko-KR" altLang="en-US" sz="1100"/>
              <a:t>에도 성능 검증과 기능 검증이</a:t>
            </a:r>
            <a:br>
              <a:rPr lang="en-US" altLang="ko-KR" sz="1100"/>
            </a:br>
            <a:r>
              <a:rPr lang="en-US" altLang="ko-KR" sz="1100"/>
              <a:t>          </a:t>
            </a:r>
            <a:r>
              <a:rPr lang="ko-KR" altLang="en-US" sz="1100"/>
              <a:t>포함되어 </a:t>
            </a:r>
            <a:r>
              <a:rPr lang="en-US" altLang="ko-KR" sz="1100"/>
              <a:t>Task</a:t>
            </a:r>
            <a:r>
              <a:rPr lang="ko-KR" altLang="en-US" sz="1100"/>
              <a:t>로 누락하지 않고 검증을 수행</a:t>
            </a:r>
            <a:br>
              <a:rPr lang="en-US" altLang="ko-KR" sz="1100"/>
            </a:br>
            <a:r>
              <a:rPr lang="en-US" altLang="ko-KR" sz="1100"/>
              <a:t>          </a:t>
            </a:r>
            <a:r>
              <a:rPr lang="ko-KR" altLang="en-US" sz="1100"/>
              <a:t>할 것이지만 다시 언급할 만큼 검증은 </a:t>
            </a:r>
            <a:br>
              <a:rPr lang="en-US" altLang="ko-KR" sz="1100"/>
            </a:br>
            <a:r>
              <a:rPr lang="en-US" altLang="ko-KR" sz="1100"/>
              <a:t>          </a:t>
            </a:r>
            <a:r>
              <a:rPr lang="ko-KR" altLang="en-US" sz="1100"/>
              <a:t>중요하다</a:t>
            </a:r>
            <a:r>
              <a:rPr lang="en-US" altLang="ko-KR" sz="1100"/>
              <a:t>.</a:t>
            </a:r>
            <a:br>
              <a:rPr lang="en-US" altLang="ko-KR" sz="1100"/>
            </a:br>
            <a:r>
              <a:rPr lang="en-US" altLang="ko-KR" sz="1100"/>
              <a:t>           </a:t>
            </a:r>
            <a:br>
              <a:rPr lang="en-US" altLang="ko-KR" sz="1100"/>
            </a:br>
            <a:r>
              <a:rPr lang="en-US" altLang="ko-KR" sz="1100"/>
              <a:t>          </a:t>
            </a:r>
            <a:r>
              <a:rPr lang="ko-KR" altLang="en-US" sz="1100"/>
              <a:t>검증관련 서브 에이전트를 두어 검증의</a:t>
            </a:r>
            <a:br>
              <a:rPr lang="en-US" altLang="ko-KR" sz="1100"/>
            </a:br>
            <a:r>
              <a:rPr lang="en-US" altLang="ko-KR" sz="1100"/>
              <a:t>          </a:t>
            </a:r>
            <a:r>
              <a:rPr lang="ko-KR" altLang="en-US" sz="1100"/>
              <a:t>정확성을 높이도록 하자</a:t>
            </a:r>
            <a:r>
              <a:rPr lang="en-US" altLang="ko-KR" sz="1100"/>
              <a:t>.</a:t>
            </a:r>
            <a:br>
              <a:rPr lang="en-US" altLang="ko-KR" sz="1100"/>
            </a:br>
            <a:r>
              <a:rPr lang="en-US" altLang="ko-KR" sz="1100"/>
              <a:t>          (Playwright MCP</a:t>
            </a:r>
            <a:r>
              <a:rPr lang="ko-KR" altLang="en-US" sz="1100"/>
              <a:t>를 통해 서브 에이전트 작업</a:t>
            </a:r>
            <a:br>
              <a:rPr lang="en-US" altLang="ko-KR" sz="1100"/>
            </a:br>
            <a:r>
              <a:rPr lang="en-US" altLang="ko-KR" sz="1100"/>
              <a:t>           </a:t>
            </a:r>
            <a:r>
              <a:rPr lang="ko-KR" altLang="en-US" sz="1100"/>
              <a:t>의 오류 해결을 장려하자</a:t>
            </a:r>
            <a:r>
              <a:rPr lang="en-US" altLang="ko-KR" sz="1100"/>
              <a:t>)</a:t>
            </a:r>
            <a:endParaRPr lang="ko-KR" altLang="en-US" sz="1100"/>
          </a:p>
        </p:txBody>
      </p:sp>
    </p:spTree>
    <p:extLst>
      <p:ext uri="{BB962C8B-B14F-4D97-AF65-F5344CB8AC3E}">
        <p14:creationId xmlns:p14="http://schemas.microsoft.com/office/powerpoint/2010/main" val="3453992088"/>
      </p:ext>
    </p:extLst>
  </p:cSld>
  <p:clrMapOvr>
    <a:masterClrMapping/>
  </p:clrMapOvr>
</p:sld>
</file>

<file path=ppt/theme/theme1.xml><?xml version="1.0" encoding="utf-8"?>
<a:theme xmlns:a="http://schemas.openxmlformats.org/drawingml/2006/main" name="추억">
  <a:themeElements>
    <a:clrScheme name="추억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추억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추억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61</TotalTime>
  <Words>505</Words>
  <Application>Microsoft Office PowerPoint</Application>
  <PresentationFormat>와이드스크린</PresentationFormat>
  <Paragraphs>33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Calibri</vt:lpstr>
      <vt:lpstr>Calibri Light</vt:lpstr>
      <vt:lpstr>Wingdings</vt:lpstr>
      <vt:lpstr>추억</vt:lpstr>
      <vt:lpstr>프로젝트2 Work Flow[중요]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khb</dc:creator>
  <cp:lastModifiedBy>khb</cp:lastModifiedBy>
  <cp:revision>13</cp:revision>
  <dcterms:created xsi:type="dcterms:W3CDTF">2026-07-03T13:21:43Z</dcterms:created>
  <dcterms:modified xsi:type="dcterms:W3CDTF">2026-07-03T14:23:43Z</dcterms:modified>
</cp:coreProperties>
</file>