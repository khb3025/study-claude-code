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03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0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56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42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92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88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98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89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09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75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86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406647-4BF1-4D15-B944-8CAE439195A8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5688DA-FE2F-4B69-8098-EF83A6DA31C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44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83115-0BC0-66F7-ED75-53EC8DBBB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/>
              <a:t>MVP </a:t>
            </a:r>
            <a:r>
              <a:rPr lang="ko-KR" altLang="en-US" sz="5400"/>
              <a:t>개발 이후 작업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6AF556-C76E-C47F-D75E-DBC963C718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512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DE20F-22E0-4EBC-152F-D566EA5C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고도화 작업 진행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11DFC1-C758-8949-3946-D0B95B1C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40" y="1977642"/>
            <a:ext cx="2476846" cy="1733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12E728-ACBA-0970-5CD4-18491443BFFC}"/>
              </a:ext>
            </a:extLst>
          </p:cNvPr>
          <p:cNvSpPr txBox="1"/>
          <p:nvPr/>
        </p:nvSpPr>
        <p:spPr>
          <a:xfrm>
            <a:off x="3063711" y="1977642"/>
            <a:ext cx="8502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100"/>
              <a:t>roadmaps </a:t>
            </a:r>
            <a:r>
              <a:rPr lang="ko-KR" altLang="en-US" sz="1100"/>
              <a:t>폴더를 생성한다</a:t>
            </a:r>
            <a:r>
              <a:rPr lang="en-US" altLang="ko-KR" sz="1100"/>
              <a:t>.</a:t>
            </a:r>
          </a:p>
          <a:p>
            <a:pPr marL="342900" indent="-342900">
              <a:buAutoNum type="arabicPeriod"/>
            </a:pPr>
            <a:r>
              <a:rPr lang="ko-KR" altLang="en-US" sz="1100"/>
              <a:t>기존의 </a:t>
            </a:r>
            <a:r>
              <a:rPr lang="en-US" altLang="ko-KR" sz="1100"/>
              <a:t>ROADMAP.md </a:t>
            </a:r>
            <a:r>
              <a:rPr lang="ko-KR" altLang="en-US" sz="1100"/>
              <a:t>파일을 </a:t>
            </a:r>
            <a:r>
              <a:rPr lang="en-US" altLang="ko-KR" sz="1100"/>
              <a:t>roadmaps </a:t>
            </a:r>
            <a:r>
              <a:rPr lang="ko-KR" altLang="en-US" sz="1100"/>
              <a:t>폴더 내 </a:t>
            </a:r>
            <a:r>
              <a:rPr lang="en-US" altLang="ko-KR" sz="1100"/>
              <a:t>ROADMAP_v1.md </a:t>
            </a:r>
            <a:r>
              <a:rPr lang="ko-KR" altLang="en-US" sz="1100"/>
              <a:t>로 이동시킨다</a:t>
            </a:r>
            <a:r>
              <a:rPr lang="en-US" altLang="ko-KR" sz="1100"/>
              <a:t>.</a:t>
            </a:r>
          </a:p>
          <a:p>
            <a:pPr marL="342900" indent="-342900">
              <a:buAutoNum type="arabicPeriod"/>
            </a:pPr>
            <a:r>
              <a:rPr lang="ko-KR" altLang="en-US" sz="1100"/>
              <a:t>계획 전문 서브에이전트 </a:t>
            </a:r>
            <a:r>
              <a:rPr lang="en-US" altLang="ko-KR" sz="1100"/>
              <a:t>@agent-development-planner </a:t>
            </a:r>
            <a:r>
              <a:rPr lang="ko-KR" altLang="en-US" sz="1100"/>
              <a:t>에게 </a:t>
            </a:r>
            <a:r>
              <a:rPr lang="en-US" altLang="ko-KR" sz="1100"/>
              <a:t>prd.md</a:t>
            </a:r>
            <a:r>
              <a:rPr lang="ko-KR" altLang="en-US" sz="1100"/>
              <a:t>와 </a:t>
            </a:r>
            <a:r>
              <a:rPr lang="en-US" altLang="ko-KR" sz="1100"/>
              <a:t>docs/roadmaps/ROADMAP_v1.md</a:t>
            </a:r>
            <a:br>
              <a:rPr lang="en-US" altLang="ko-KR" sz="1100"/>
            </a:br>
            <a:r>
              <a:rPr lang="ko-KR" altLang="en-US" sz="1100"/>
              <a:t>를 참고하여 고도화 계획을 요청한다</a:t>
            </a:r>
            <a:r>
              <a:rPr lang="en-US" altLang="ko-KR" sz="1100"/>
              <a:t>.</a:t>
            </a:r>
          </a:p>
          <a:p>
            <a:pPr marL="342900" indent="-342900">
              <a:buAutoNum type="arabicPeriod"/>
            </a:pPr>
            <a:endParaRPr lang="ko-KR" altLang="en-US" sz="11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AEA790-ED56-24B7-C1D3-D37313D73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13" t="22955" r="25155" b="30035"/>
          <a:stretch>
            <a:fillRect/>
          </a:stretch>
        </p:blipFill>
        <p:spPr>
          <a:xfrm>
            <a:off x="3063711" y="2815662"/>
            <a:ext cx="5131985" cy="25735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E2E17F-0848-0897-C738-53284D809A1F}"/>
              </a:ext>
            </a:extLst>
          </p:cNvPr>
          <p:cNvSpPr txBox="1"/>
          <p:nvPr/>
        </p:nvSpPr>
        <p:spPr>
          <a:xfrm>
            <a:off x="3063711" y="5465543"/>
            <a:ext cx="850297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4. ROADMAP.md</a:t>
            </a:r>
            <a:r>
              <a:rPr lang="ko-KR" altLang="en-US" sz="1100"/>
              <a:t> 가 생성되면 </a:t>
            </a:r>
            <a:r>
              <a:rPr lang="en-US" altLang="ko-KR" sz="1100"/>
              <a:t>MVP</a:t>
            </a:r>
            <a:r>
              <a:rPr lang="ko-KR" altLang="en-US" sz="1100"/>
              <a:t>를 개발했던것 과 같이 </a:t>
            </a:r>
            <a:r>
              <a:rPr lang="en-US" altLang="ko-KR" sz="1100"/>
              <a:t>shrimp task manage</a:t>
            </a:r>
            <a:r>
              <a:rPr lang="ko-KR" altLang="en-US" sz="1100"/>
              <a:t>에 </a:t>
            </a:r>
            <a:r>
              <a:rPr lang="en-US" altLang="ko-KR" sz="1100"/>
              <a:t>ROADMAP.md </a:t>
            </a:r>
            <a:r>
              <a:rPr lang="ko-KR" altLang="en-US" sz="1100"/>
              <a:t>내 </a:t>
            </a:r>
            <a:br>
              <a:rPr lang="en-US" altLang="ko-KR" sz="1100"/>
            </a:br>
            <a:r>
              <a:rPr lang="en-US" altLang="ko-KR" sz="1100"/>
              <a:t>    Phase </a:t>
            </a:r>
            <a:r>
              <a:rPr lang="ko-KR" altLang="en-US" sz="1100"/>
              <a:t>하나씩 계획을 요청하여 세분화한다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5. Phase</a:t>
            </a:r>
            <a:r>
              <a:rPr lang="ko-KR" altLang="en-US" sz="1100"/>
              <a:t>를 진행하며 검증시 나오는 에러의 경우 </a:t>
            </a:r>
            <a:r>
              <a:rPr lang="en-US" altLang="ko-KR" sz="1100"/>
              <a:t>vercel </a:t>
            </a:r>
            <a:r>
              <a:rPr lang="ko-KR" altLang="en-US" sz="1100"/>
              <a:t>내 에러코드 또는 </a:t>
            </a:r>
            <a:r>
              <a:rPr lang="en-US" altLang="ko-KR" sz="1100"/>
              <a:t>playwright</a:t>
            </a:r>
            <a:r>
              <a:rPr lang="ko-KR" altLang="en-US" sz="1100"/>
              <a:t>를 통해 에러의 상세 캡쳐정보를 </a:t>
            </a:r>
            <a:r>
              <a:rPr lang="en-US" altLang="ko-KR" sz="1100"/>
              <a:t>claude code</a:t>
            </a:r>
            <a:r>
              <a:rPr lang="ko-KR" altLang="en-US" sz="1100"/>
              <a:t>에 </a:t>
            </a:r>
            <a:br>
              <a:rPr lang="en-US" altLang="ko-KR" sz="1100"/>
            </a:br>
            <a:r>
              <a:rPr lang="en-US" altLang="ko-KR" sz="1100"/>
              <a:t>    </a:t>
            </a:r>
            <a:r>
              <a:rPr lang="ko-KR" altLang="en-US" sz="1100"/>
              <a:t>제공하고 오류를 해결해 나간다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6. </a:t>
            </a:r>
            <a:r>
              <a:rPr lang="ko-KR" altLang="en-US" sz="1100"/>
              <a:t>고도화 기능 추가 후에는 </a:t>
            </a:r>
            <a:r>
              <a:rPr lang="en-US" altLang="ko-KR" sz="1100"/>
              <a:t>PRD.md </a:t>
            </a:r>
            <a:r>
              <a:rPr lang="ko-KR" altLang="en-US" sz="1100"/>
              <a:t>파일을 업데이트 한다</a:t>
            </a:r>
            <a:r>
              <a:rPr lang="en-US" altLang="ko-KR" sz="1100"/>
              <a:t>. PRD</a:t>
            </a:r>
            <a:r>
              <a:rPr lang="ko-KR" altLang="en-US" sz="1100"/>
              <a:t>파일에는 아직 고도화 한  기능에 대한 정보가 없다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</a:t>
            </a:r>
            <a:r>
              <a:rPr lang="ko-KR" altLang="en-US" sz="1100"/>
              <a:t>이는 </a:t>
            </a:r>
            <a:r>
              <a:rPr lang="en-US" altLang="ko-KR" sz="1100"/>
              <a:t>CLAUD CODE</a:t>
            </a:r>
            <a:r>
              <a:rPr lang="ko-KR" altLang="en-US" sz="1100"/>
              <a:t>가 다음 세션에서 </a:t>
            </a:r>
            <a:r>
              <a:rPr lang="en-US" altLang="ko-KR" sz="1100"/>
              <a:t>context</a:t>
            </a:r>
            <a:r>
              <a:rPr lang="ko-KR" altLang="en-US" sz="1100"/>
              <a:t>를 이해하기 쉽게 하는데 도움이 된다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91557263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540</TotalTime>
  <Words>152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추억</vt:lpstr>
      <vt:lpstr>MVP 개발 이후 작업</vt:lpstr>
      <vt:lpstr>고도화 작업 진행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</cp:revision>
  <dcterms:created xsi:type="dcterms:W3CDTF">2026-07-04T12:24:03Z</dcterms:created>
  <dcterms:modified xsi:type="dcterms:W3CDTF">2026-09-30T14:47:39Z</dcterms:modified>
</cp:coreProperties>
</file>