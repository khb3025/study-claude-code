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26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84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76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13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01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2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8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6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81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19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04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92A795-4B48-4821-BA35-0F355BF76FDA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2FE352-CB55-4CBD-95D2-CF64614350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14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upabase.com/docs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1A45B-E9E3-B1FC-8331-589BCBA63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/>
              <a:t>supabase MCP </a:t>
            </a:r>
            <a:r>
              <a:rPr lang="ko-KR" altLang="en-US" sz="6600"/>
              <a:t>사용하기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8FA94-1085-D9D2-8076-D9CD0CA4B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88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BD9F9-3EE8-4CB8-3DC6-EB3EA23F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MCP </a:t>
            </a:r>
            <a:r>
              <a:rPr lang="ko-KR" altLang="en-US"/>
              <a:t>설치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9CAAE-118A-FD5E-0AF9-B317F880FF99}"/>
              </a:ext>
            </a:extLst>
          </p:cNvPr>
          <p:cNvSpPr txBox="1"/>
          <p:nvPr/>
        </p:nvSpPr>
        <p:spPr>
          <a:xfrm>
            <a:off x="1065229" y="1809946"/>
            <a:ext cx="10124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Claude Code </a:t>
            </a:r>
            <a:r>
              <a:rPr lang="ko-KR" altLang="en-US" sz="1400"/>
              <a:t>에서 </a:t>
            </a:r>
            <a:r>
              <a:rPr lang="en-US" altLang="ko-KR" sz="1400"/>
              <a:t>Supabase</a:t>
            </a:r>
            <a:r>
              <a:rPr lang="ko-KR" altLang="en-US" sz="1400"/>
              <a:t>에서 제공하는 </a:t>
            </a:r>
            <a:r>
              <a:rPr lang="en-US" altLang="ko-KR" sz="1400"/>
              <a:t>DB</a:t>
            </a:r>
            <a:r>
              <a:rPr lang="ko-KR" altLang="en-US" sz="1400"/>
              <a:t>에 접근하기 위해 설치한다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505035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984D1-CEA2-84D7-828D-E891CAFB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 Supabase MCP </a:t>
            </a:r>
            <a:r>
              <a:rPr lang="ko-KR" altLang="en-US" sz="4400"/>
              <a:t>프로젝트 설치 가이드</a:t>
            </a:r>
            <a:r>
              <a:rPr lang="en-US" altLang="ko-KR" sz="4400"/>
              <a:t>-1</a:t>
            </a:r>
            <a:endParaRPr lang="ko-KR" altLang="en-US" sz="4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69F32-C9A7-7F2D-642D-EE3561E5A097}"/>
              </a:ext>
            </a:extLst>
          </p:cNvPr>
          <p:cNvSpPr txBox="1"/>
          <p:nvPr/>
        </p:nvSpPr>
        <p:spPr>
          <a:xfrm>
            <a:off x="1097280" y="1737360"/>
            <a:ext cx="60944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>
                <a:hlinkClick r:id="rId2"/>
              </a:rPr>
              <a:t>https://supabase.com/docs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Start </a:t>
            </a:r>
            <a:r>
              <a:rPr lang="en-US" altLang="ko-KR" sz="1400">
                <a:sym typeface="Wingdings" panose="05000000000000000000" pitchFamily="2" charset="2"/>
              </a:rPr>
              <a:t> Build</a:t>
            </a:r>
            <a:r>
              <a:rPr lang="ko-KR" altLang="en-US" sz="1400">
                <a:sym typeface="Wingdings" panose="05000000000000000000" pitchFamily="2" charset="2"/>
              </a:rPr>
              <a:t> </a:t>
            </a:r>
            <a:r>
              <a:rPr lang="en-US" altLang="ko-KR" sz="1400">
                <a:sym typeface="Wingdings" panose="05000000000000000000" pitchFamily="2" charset="2"/>
              </a:rPr>
              <a:t>with AI tools</a:t>
            </a:r>
          </a:p>
          <a:p>
            <a:pPr marL="342900" indent="-342900">
              <a:buAutoNum type="arabicPeriod"/>
            </a:pPr>
            <a:r>
              <a:rPr lang="en-US" altLang="ko-KR" sz="1400">
                <a:sym typeface="Wingdings" panose="05000000000000000000" pitchFamily="2" charset="2"/>
              </a:rPr>
              <a:t>MCP Server </a:t>
            </a:r>
            <a:r>
              <a:rPr lang="ko-KR" altLang="en-US" sz="1400">
                <a:sym typeface="Wingdings" panose="05000000000000000000" pitchFamily="2" charset="2"/>
              </a:rPr>
              <a:t>링크 클릭</a:t>
            </a:r>
            <a:endParaRPr lang="en-US" altLang="ko-KR" sz="140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BBA50A-20B7-B2A3-6378-3D89955D8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55636"/>
            <a:ext cx="5435495" cy="20631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9AFF26-0CAF-021D-A848-7C18368A6834}"/>
              </a:ext>
            </a:extLst>
          </p:cNvPr>
          <p:cNvSpPr txBox="1"/>
          <p:nvPr/>
        </p:nvSpPr>
        <p:spPr>
          <a:xfrm>
            <a:off x="6721311" y="1866507"/>
            <a:ext cx="48736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Step1 : </a:t>
            </a:r>
            <a:r>
              <a:rPr lang="en-US" altLang="ko-KR" sz="1200"/>
              <a:t>1.</a:t>
            </a:r>
            <a:r>
              <a:rPr lang="ko-KR" altLang="en-US" sz="1200"/>
              <a:t>개발환경의 프로젝트에서만 사용하라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2.</a:t>
            </a:r>
            <a:r>
              <a:rPr lang="ko-KR" altLang="en-US" sz="1200"/>
              <a:t>고객에게 </a:t>
            </a:r>
            <a:r>
              <a:rPr lang="en-US" altLang="ko-KR" sz="1200"/>
              <a:t>MCP </a:t>
            </a:r>
            <a:r>
              <a:rPr lang="ko-KR" altLang="en-US" sz="1200"/>
              <a:t>서버 기능을 제공되어선 안된다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3.</a:t>
            </a:r>
            <a:r>
              <a:rPr lang="ko-KR" altLang="en-US" sz="1200"/>
              <a:t>실제 운영 데이터 연결시에는 읽기 전용 모드를 활용하세요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4. MCP </a:t>
            </a:r>
            <a:r>
              <a:rPr lang="ko-KR" altLang="en-US" sz="1200"/>
              <a:t>서버의 범위를 프로젝트로 한정하여</a:t>
            </a:r>
            <a:r>
              <a:rPr lang="en-US" altLang="ko-KR" sz="1200"/>
              <a:t>, </a:t>
            </a:r>
            <a:br>
              <a:rPr lang="en-US" altLang="ko-KR" sz="1200"/>
            </a:br>
            <a:r>
              <a:rPr lang="en-US" altLang="ko-KR" sz="1200"/>
              <a:t>                 </a:t>
            </a:r>
            <a:r>
              <a:rPr lang="ko-KR" altLang="en-US" sz="1200"/>
              <a:t>다른 프로젝트의 데이터에 접근하는것을 방지하세요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5.</a:t>
            </a:r>
            <a:r>
              <a:rPr lang="ko-KR" altLang="en-US" sz="1200"/>
              <a:t>구성 옵션</a:t>
            </a:r>
            <a:r>
              <a:rPr lang="en-US" altLang="ko-KR" sz="1200"/>
              <a:t>(feature) </a:t>
            </a:r>
            <a:r>
              <a:rPr lang="ko-KR" altLang="en-US" sz="1200"/>
              <a:t>를 사용하여 사용가능한 도구를 제한하세요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en-US" altLang="ko-KR" sz="1200" b="1"/>
              <a:t>Step2 : </a:t>
            </a:r>
            <a:r>
              <a:rPr lang="en-US" altLang="ko-KR" sz="1200"/>
              <a:t>Platform == Hosted / Project == </a:t>
            </a:r>
            <a:r>
              <a:rPr lang="ko-KR" altLang="en-US" sz="1200"/>
              <a:t>적용하려는 프로젝트 선택</a:t>
            </a:r>
            <a:br>
              <a:rPr lang="en-US" altLang="ko-KR" sz="1200"/>
            </a:br>
            <a:r>
              <a:rPr lang="en-US" altLang="ko-KR" sz="1200" b="1"/>
              <a:t>Step3 </a:t>
            </a:r>
            <a:r>
              <a:rPr lang="en-US" altLang="ko-KR" sz="1200"/>
              <a:t>: Read-only </a:t>
            </a:r>
            <a:r>
              <a:rPr lang="ko-KR" altLang="en-US" sz="1200"/>
              <a:t>및 </a:t>
            </a:r>
            <a:r>
              <a:rPr lang="en-US" altLang="ko-KR" sz="1200"/>
              <a:t>Feature Group </a:t>
            </a:r>
            <a:r>
              <a:rPr lang="ko-KR" altLang="en-US" sz="1200"/>
              <a:t>선택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Step3-1 : Options</a:t>
            </a:r>
            <a:r>
              <a:rPr lang="ko-KR" altLang="en-US" sz="1200"/>
              <a:t>선택이 끝나면 </a:t>
            </a:r>
            <a:r>
              <a:rPr lang="en-US" altLang="ko-KR" sz="1200"/>
              <a:t>Server URL</a:t>
            </a:r>
            <a:r>
              <a:rPr lang="ko-KR" altLang="en-US" sz="1200"/>
              <a:t>이 변경된것을 확인가능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Server URL </a:t>
            </a:r>
            <a:r>
              <a:rPr lang="ko-KR" altLang="en-US" sz="1200">
                <a:sym typeface="Wingdings" panose="05000000000000000000" pitchFamily="2" charset="2"/>
              </a:rPr>
              <a:t>은 허용된 기능이 파라미터로 나타난다</a:t>
            </a:r>
            <a:r>
              <a:rPr lang="en-US" altLang="ko-KR" sz="1200">
                <a:sym typeface="Wingdings" panose="05000000000000000000" pitchFamily="2" charset="2"/>
              </a:rPr>
              <a:t>. </a:t>
            </a:r>
            <a:r>
              <a:rPr lang="en-US" altLang="ko-KR" sz="1200" b="1">
                <a:solidFill>
                  <a:srgbClr val="00B0F0"/>
                </a:solidFill>
                <a:sym typeface="Wingdings" panose="05000000000000000000" pitchFamily="2" charset="2"/>
              </a:rPr>
              <a:t>https://mcp.supabase.com/mcp?project_ref=wvcqavnmbtcllahbedvk&amp;features=docs%2Caccount%2Cdatabase%2Cdebugging%2Cdevelopment</a:t>
            </a:r>
            <a:r>
              <a:rPr lang="en-US" altLang="ko-KR" sz="1200" b="1">
                <a:solidFill>
                  <a:srgbClr val="00B0F0"/>
                </a:solidFill>
              </a:rPr>
              <a:t> </a:t>
            </a:r>
            <a:endParaRPr lang="ko-KR" altLang="en-US" sz="1200" b="1">
              <a:solidFill>
                <a:srgbClr val="00B0F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D55685-9582-5350-FC95-02F911D43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494" y="4566993"/>
            <a:ext cx="2581635" cy="581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91B266-7639-DC45-3C4C-CD38E7AAC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303" y="3622441"/>
            <a:ext cx="4769666" cy="2470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888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782DC-AC4C-31B0-4DF6-2BA0E730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 Supabase MCP </a:t>
            </a:r>
            <a:r>
              <a:rPr lang="ko-KR" altLang="en-US" sz="4400"/>
              <a:t>프로젝트 설치 가이드</a:t>
            </a:r>
            <a:r>
              <a:rPr lang="en-US" altLang="ko-KR" sz="4400"/>
              <a:t>-2</a:t>
            </a:r>
            <a:endParaRPr lang="ko-KR" altLang="en-US" sz="4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5E6718-5AB1-AA47-FEDB-8815BC8E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25" y="1898071"/>
            <a:ext cx="6020657" cy="48138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AE094-8B3C-88E9-6B52-F04FDCA617FE}"/>
              </a:ext>
            </a:extLst>
          </p:cNvPr>
          <p:cNvSpPr txBox="1"/>
          <p:nvPr/>
        </p:nvSpPr>
        <p:spPr>
          <a:xfrm>
            <a:off x="6636470" y="1894788"/>
            <a:ext cx="5401559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/>
              <a:t>Step4: .mcp.json </a:t>
            </a:r>
            <a:r>
              <a:rPr lang="ko-KR" altLang="en-US" sz="1050" b="1"/>
              <a:t>셋팅</a:t>
            </a:r>
            <a:br>
              <a:rPr lang="en-US" altLang="ko-KR" sz="1050"/>
            </a:br>
            <a:r>
              <a:rPr lang="en-US" altLang="ko-KR" sz="1050"/>
              <a:t>MCP Client : Claude Code </a:t>
            </a:r>
            <a:r>
              <a:rPr lang="ko-KR" altLang="en-US" sz="1050"/>
              <a:t>선택</a:t>
            </a:r>
            <a:endParaRPr lang="en-US" altLang="ko-KR" sz="1050"/>
          </a:p>
          <a:p>
            <a:endParaRPr lang="en-US" altLang="ko-KR" sz="1050"/>
          </a:p>
          <a:p>
            <a:r>
              <a:rPr lang="en-US" altLang="ko-KR" sz="1050"/>
              <a:t>※ </a:t>
            </a:r>
            <a:r>
              <a:rPr lang="ko-KR" altLang="en-US" sz="1050"/>
              <a:t>설치</a:t>
            </a:r>
            <a:r>
              <a:rPr lang="en-US" altLang="ko-KR" sz="1050"/>
              <a:t>1</a:t>
            </a:r>
          </a:p>
          <a:p>
            <a:r>
              <a:rPr lang="en-US" altLang="ko-KR" sz="1050"/>
              <a:t>Command Line </a:t>
            </a:r>
            <a:r>
              <a:rPr lang="ko-KR" altLang="en-US" sz="1050"/>
              <a:t>복사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터미널 실행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※ </a:t>
            </a:r>
            <a:r>
              <a:rPr lang="ko-KR" altLang="en-US" sz="1050">
                <a:sym typeface="Wingdings" panose="05000000000000000000" pitchFamily="2" charset="2"/>
              </a:rPr>
              <a:t>설치</a:t>
            </a:r>
            <a:r>
              <a:rPr lang="en-US" altLang="ko-KR" sz="1050">
                <a:sym typeface="Wingdings" panose="05000000000000000000" pitchFamily="2" charset="2"/>
              </a:rPr>
              <a:t>2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.mcp.json  JSON</a:t>
            </a:r>
            <a:r>
              <a:rPr lang="ko-KR" altLang="en-US" sz="1050">
                <a:sym typeface="Wingdings" panose="05000000000000000000" pitchFamily="2" charset="2"/>
              </a:rPr>
              <a:t> 추가에 추가 </a:t>
            </a: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Command Line</a:t>
            </a:r>
            <a:r>
              <a:rPr lang="ko-KR" altLang="en-US" sz="1050">
                <a:sym typeface="Wingdings" panose="05000000000000000000" pitchFamily="2" charset="2"/>
              </a:rPr>
              <a:t>을 쳐도 </a:t>
            </a:r>
            <a:r>
              <a:rPr lang="en-US" altLang="ko-KR" sz="1050">
                <a:sym typeface="Wingdings" panose="05000000000000000000" pitchFamily="2" charset="2"/>
              </a:rPr>
              <a:t>.mcp.json</a:t>
            </a:r>
            <a:r>
              <a:rPr lang="ko-KR" altLang="en-US" sz="1050">
                <a:sym typeface="Wingdings" panose="05000000000000000000" pitchFamily="2" charset="2"/>
              </a:rPr>
              <a:t>에 추가가 된다</a:t>
            </a:r>
            <a:r>
              <a:rPr lang="en-US" altLang="ko-KR" sz="1050">
                <a:sym typeface="Wingdings" panose="05000000000000000000" pitchFamily="2" charset="2"/>
              </a:rPr>
              <a:t>.</a:t>
            </a:r>
          </a:p>
          <a:p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/>
              <a:t>Step 5: MCP Connecting</a:t>
            </a:r>
            <a:br>
              <a:rPr lang="en-US" altLang="ko-KR" sz="1050"/>
            </a:br>
            <a:r>
              <a:rPr lang="en-US" altLang="ko-KR" sz="1050"/>
              <a:t>              1. claude /mcp </a:t>
            </a:r>
            <a:r>
              <a:rPr lang="ko-KR" altLang="en-US" sz="1050"/>
              <a:t>입력</a:t>
            </a:r>
            <a:endParaRPr lang="en-US" altLang="ko-KR" sz="1050"/>
          </a:p>
          <a:p>
            <a:r>
              <a:rPr lang="en-US" altLang="ko-KR" sz="1050"/>
              <a:t>              2. supabase </a:t>
            </a:r>
            <a:r>
              <a:rPr lang="ko-KR" altLang="en-US" sz="1050"/>
              <a:t>선택 </a:t>
            </a:r>
            <a:r>
              <a:rPr lang="en-US" altLang="ko-KR" sz="1050"/>
              <a:t>(needs authentication)</a:t>
            </a:r>
          </a:p>
          <a:p>
            <a:r>
              <a:rPr lang="en-US" altLang="ko-KR" sz="1050"/>
              <a:t>              3. Authenticate </a:t>
            </a:r>
            <a:r>
              <a:rPr lang="ko-KR" altLang="en-US" sz="1050"/>
              <a:t>선택</a:t>
            </a:r>
            <a:br>
              <a:rPr lang="en-US" altLang="ko-KR" sz="1050"/>
            </a:br>
            <a:r>
              <a:rPr lang="en-US" altLang="ko-KR" sz="1050"/>
              <a:t>              4. </a:t>
            </a:r>
            <a:r>
              <a:rPr lang="ko-KR" altLang="en-US" sz="1050"/>
              <a:t>빨간 박스 부분 복사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브라우저 열기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인증 완료</a:t>
            </a:r>
            <a:endParaRPr lang="ko-KR" altLang="en-US" sz="105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A29985-F87B-4CCC-FCA8-446DE553B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161" y="3152824"/>
            <a:ext cx="5420156" cy="98113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AB4C9FCF-3AD7-3039-4E52-FE4CB63E2343}"/>
              </a:ext>
            </a:extLst>
          </p:cNvPr>
          <p:cNvGrpSpPr/>
          <p:nvPr/>
        </p:nvGrpSpPr>
        <p:grpSpPr>
          <a:xfrm>
            <a:off x="6683161" y="5380357"/>
            <a:ext cx="5354868" cy="830967"/>
            <a:chOff x="6683161" y="5380357"/>
            <a:chExt cx="5354868" cy="83096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0659B9C-FBD6-5C35-18EE-6ADB917F9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7026" y="5380357"/>
              <a:ext cx="5351003" cy="83096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F01F40A-F53B-22EA-03C9-5207BC2C31E2}"/>
                </a:ext>
              </a:extLst>
            </p:cNvPr>
            <p:cNvSpPr/>
            <p:nvPr/>
          </p:nvSpPr>
          <p:spPr>
            <a:xfrm>
              <a:off x="6683161" y="5665509"/>
              <a:ext cx="5351003" cy="5458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A874A3AD-2ED7-5A02-FBE7-EEDC69B9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230" y="4198273"/>
            <a:ext cx="926824" cy="13927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630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324D0-89E7-1ACC-ADF7-131862BA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MCP </a:t>
            </a:r>
            <a:r>
              <a:rPr lang="ko-KR" altLang="en-US"/>
              <a:t>설치 도구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BF07C3-F692-ADEE-DE88-7E2795C3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59763"/>
            <a:ext cx="5363323" cy="9621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2DC0ED-D871-38A3-7FED-B4B3B55C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93745"/>
            <a:ext cx="885949" cy="4096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4FDACA-5B06-31CD-D948-67930CFA0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388936"/>
            <a:ext cx="2448267" cy="23625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1C70FD-216E-F9E9-43EB-49DE8CC46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468" y="3388936"/>
            <a:ext cx="4153480" cy="1562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BB0F28-3AB1-850E-DE35-7DDF28871E4C}"/>
              </a:ext>
            </a:extLst>
          </p:cNvPr>
          <p:cNvSpPr txBox="1"/>
          <p:nvPr/>
        </p:nvSpPr>
        <p:spPr>
          <a:xfrm>
            <a:off x="6777872" y="1866507"/>
            <a:ext cx="5043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Supabase MCP </a:t>
            </a:r>
            <a:r>
              <a:rPr lang="ko-KR" altLang="en-US" sz="1600" b="1"/>
              <a:t>허용 도구 확인</a:t>
            </a:r>
            <a:br>
              <a:rPr lang="en-US" altLang="ko-KR" sz="1200"/>
            </a:br>
            <a:r>
              <a:rPr lang="en-US" altLang="ko-KR" sz="1200"/>
              <a:t>/mcp</a:t>
            </a:r>
            <a:r>
              <a:rPr lang="ko-KR" altLang="en-US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supabase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View tools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62187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2A58D-33A3-3470-4B54-78952AA3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39091" cy="1450757"/>
          </a:xfrm>
        </p:spPr>
        <p:txBody>
          <a:bodyPr>
            <a:normAutofit/>
          </a:bodyPr>
          <a:lstStyle/>
          <a:p>
            <a:r>
              <a:rPr lang="en-US" altLang="ko-KR" sz="3200"/>
              <a:t>Supabase</a:t>
            </a:r>
            <a:r>
              <a:rPr lang="ko-KR" altLang="en-US" sz="3200"/>
              <a:t> </a:t>
            </a:r>
            <a:r>
              <a:rPr lang="en-US" altLang="ko-KR" sz="3200"/>
              <a:t>MCP</a:t>
            </a:r>
            <a:r>
              <a:rPr lang="ko-KR" altLang="en-US" sz="3200"/>
              <a:t>를 사용한 회원가입 사용자 정보 관리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FB34D2-AAFB-9276-DDA1-CE0409D5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53" t="15532" r="14716" b="48454"/>
          <a:stretch>
            <a:fillRect/>
          </a:stretch>
        </p:blipFill>
        <p:spPr>
          <a:xfrm>
            <a:off x="377072" y="1885361"/>
            <a:ext cx="7136091" cy="24698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E6547E-E157-7614-E656-E226ACEC9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556" y="1885361"/>
            <a:ext cx="3818031" cy="21817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A61D2A0-377B-0944-BFBD-ACC16F35CAD9}"/>
              </a:ext>
            </a:extLst>
          </p:cNvPr>
          <p:cNvSpPr/>
          <p:nvPr/>
        </p:nvSpPr>
        <p:spPr>
          <a:xfrm>
            <a:off x="7701699" y="2648932"/>
            <a:ext cx="490194" cy="226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DBE65-9A09-EAA9-9F21-73F18E443487}"/>
              </a:ext>
            </a:extLst>
          </p:cNvPr>
          <p:cNvSpPr/>
          <p:nvPr/>
        </p:nvSpPr>
        <p:spPr>
          <a:xfrm>
            <a:off x="9965703" y="3421144"/>
            <a:ext cx="490194" cy="226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4E074-DB18-DEFF-B12E-C5ED9254D563}"/>
              </a:ext>
            </a:extLst>
          </p:cNvPr>
          <p:cNvSpPr txBox="1"/>
          <p:nvPr/>
        </p:nvSpPr>
        <p:spPr>
          <a:xfrm>
            <a:off x="7623556" y="4067093"/>
            <a:ext cx="4191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Table</a:t>
            </a:r>
            <a:r>
              <a:rPr lang="ko-KR" altLang="en-US" sz="1200"/>
              <a:t>이 생성된걸 확인할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C952E8-CBB8-C515-ACA1-A427355FE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2" y="4629546"/>
            <a:ext cx="1943371" cy="20672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6C1615D-9595-1EE8-8AC2-D8435758D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544" y="4658070"/>
            <a:ext cx="9530497" cy="8581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526DCB-D9F3-ADE7-3AF9-2579EE5CE250}"/>
              </a:ext>
            </a:extLst>
          </p:cNvPr>
          <p:cNvSpPr txBox="1"/>
          <p:nvPr/>
        </p:nvSpPr>
        <p:spPr>
          <a:xfrm>
            <a:off x="2441543" y="5553184"/>
            <a:ext cx="945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회원가입 회원가입 기능을 확인하기 위해</a:t>
            </a:r>
            <a:br>
              <a:rPr lang="en-US" altLang="ko-KR" sz="1400"/>
            </a:br>
            <a:r>
              <a:rPr lang="ko-KR" altLang="en-US" sz="1400"/>
              <a:t>이전 로그인에 대한 인증 정보를 삭제한다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85E8A69-41B1-9CB1-37ED-6316F63F0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553184"/>
            <a:ext cx="1308618" cy="1194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5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84461-E8B7-0A97-42C7-303EAB38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회원가입 기능 확인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63AB1A-9D3A-31A0-D154-ED50788D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9" y="1995003"/>
            <a:ext cx="5229955" cy="20195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415C14-8F70-2BCF-7D2E-ACD1242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9" y="4194928"/>
            <a:ext cx="2285535" cy="257625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A75A78-634E-ABD3-FAAA-E43A636E0106}"/>
              </a:ext>
            </a:extLst>
          </p:cNvPr>
          <p:cNvGrpSpPr/>
          <p:nvPr/>
        </p:nvGrpSpPr>
        <p:grpSpPr>
          <a:xfrm>
            <a:off x="3469064" y="4194927"/>
            <a:ext cx="8493550" cy="1450757"/>
            <a:chOff x="3469064" y="4194927"/>
            <a:chExt cx="8493550" cy="145075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A631715-5D2E-3EE8-6F6C-A4E9B45CF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9064" y="4194927"/>
              <a:ext cx="8493550" cy="145075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069890-49AB-F71E-7CFF-797B0A381E9C}"/>
                </a:ext>
              </a:extLst>
            </p:cNvPr>
            <p:cNvSpPr/>
            <p:nvPr/>
          </p:nvSpPr>
          <p:spPr>
            <a:xfrm>
              <a:off x="3469064" y="4656841"/>
              <a:ext cx="216816" cy="2356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5DF9E1-2F74-B961-6A57-849BCECE3715}"/>
              </a:ext>
            </a:extLst>
          </p:cNvPr>
          <p:cNvSpPr txBox="1"/>
          <p:nvPr/>
        </p:nvSpPr>
        <p:spPr>
          <a:xfrm>
            <a:off x="3374796" y="5825765"/>
            <a:ext cx="867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Table Editor </a:t>
            </a:r>
            <a:r>
              <a:rPr lang="ko-KR" altLang="en-US" sz="1400"/>
              <a:t>에 회원가입한 회원 존재</a:t>
            </a:r>
          </a:p>
        </p:txBody>
      </p:sp>
    </p:spTree>
    <p:extLst>
      <p:ext uri="{BB962C8B-B14F-4D97-AF65-F5344CB8AC3E}">
        <p14:creationId xmlns:p14="http://schemas.microsoft.com/office/powerpoint/2010/main" val="392920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799CD-492E-F934-301F-3006461A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Supabase </a:t>
            </a:r>
            <a:r>
              <a:rPr lang="ko-KR" altLang="en-US"/>
              <a:t>기능 모두 허용하기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94D028-3C88-8FE1-A9AA-71F4FD7B5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9" y="1849535"/>
            <a:ext cx="10621857" cy="189574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81ADC7-89F1-FCDA-5D61-ADA34DC930A0}"/>
              </a:ext>
            </a:extLst>
          </p:cNvPr>
          <p:cNvSpPr/>
          <p:nvPr/>
        </p:nvSpPr>
        <p:spPr>
          <a:xfrm>
            <a:off x="6721311" y="2865748"/>
            <a:ext cx="4581427" cy="339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45CD9-630C-AB37-66BF-198904304E84}"/>
              </a:ext>
            </a:extLst>
          </p:cNvPr>
          <p:cNvSpPr txBox="1"/>
          <p:nvPr/>
        </p:nvSpPr>
        <p:spPr>
          <a:xfrm>
            <a:off x="671949" y="3836709"/>
            <a:ext cx="10621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빨간 박스 지우고 저장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1F3993-9F75-A7CB-314E-880BD9F8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9" y="4221326"/>
            <a:ext cx="8068801" cy="23530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03688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</TotalTime>
  <Words>344</Words>
  <Application>Microsoft Office PowerPoint</Application>
  <PresentationFormat>와이드스크린</PresentationFormat>
  <Paragraphs>43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추억</vt:lpstr>
      <vt:lpstr>supabase MCP 사용하기</vt:lpstr>
      <vt:lpstr>Supabase MCP 설치 이유</vt:lpstr>
      <vt:lpstr> Supabase MCP 프로젝트 설치 가이드-1</vt:lpstr>
      <vt:lpstr> Supabase MCP 프로젝트 설치 가이드-2</vt:lpstr>
      <vt:lpstr>Supabase MCP 설치 도구 확인</vt:lpstr>
      <vt:lpstr>Supabase MCP를 사용한 회원가입 사용자 정보 관리</vt:lpstr>
      <vt:lpstr>회원가입 기능 확인.</vt:lpstr>
      <vt:lpstr>Supabase 기능 모두 허용하기.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22</cp:revision>
  <dcterms:created xsi:type="dcterms:W3CDTF">2026-07-05T04:53:25Z</dcterms:created>
  <dcterms:modified xsi:type="dcterms:W3CDTF">2026-07-05T06:05:49Z</dcterms:modified>
</cp:coreProperties>
</file>