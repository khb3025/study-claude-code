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6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20" y="14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B8BFC-BC06-443A-AFF5-77DC4768746F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24B20-CDF8-4EA6-8240-9EC4A0EB326F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21100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B8BFC-BC06-443A-AFF5-77DC4768746F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24B20-CDF8-4EA6-8240-9EC4A0EB32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7321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B8BFC-BC06-443A-AFF5-77DC4768746F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24B20-CDF8-4EA6-8240-9EC4A0EB326F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69542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B8BFC-BC06-443A-AFF5-77DC4768746F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24B20-CDF8-4EA6-8240-9EC4A0EB32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5091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B8BFC-BC06-443A-AFF5-77DC4768746F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24B20-CDF8-4EA6-8240-9EC4A0EB32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32651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B8BFC-BC06-443A-AFF5-77DC4768746F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24B20-CDF8-4EA6-8240-9EC4A0EB32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2925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B8BFC-BC06-443A-AFF5-77DC4768746F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24B20-CDF8-4EA6-8240-9EC4A0EB32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8588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AF8B8BFC-BC06-443A-AFF5-77DC4768746F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9624B20-CDF8-4EA6-8240-9EC4A0EB32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9669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B8BFC-BC06-443A-AFF5-77DC4768746F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24B20-CDF8-4EA6-8240-9EC4A0EB32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81289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B8BFC-BC06-443A-AFF5-77DC4768746F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24B20-CDF8-4EA6-8240-9EC4A0EB32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4386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B8BFC-BC06-443A-AFF5-77DC4768746F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24B20-CDF8-4EA6-8240-9EC4A0EB32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19376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AF8B8BFC-BC06-443A-AFF5-77DC4768746F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99624B20-CDF8-4EA6-8240-9EC4A0EB326F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4497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B3754B-F900-029E-F1A2-4B6EAAE7E30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/>
              <a:t>supabase-app </a:t>
            </a:r>
            <a:r>
              <a:rPr lang="ko-KR" altLang="en-US"/>
              <a:t>설정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13B1520-92C8-48CB-388E-739F300A37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00578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A01DF4-4F91-9C43-AEC3-66F157E73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Invoice-web</a:t>
            </a:r>
            <a:r>
              <a:rPr lang="ko-KR" altLang="en-US"/>
              <a:t>에서 설정 가져오기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F8C7D7-9151-0BBD-9726-CB26710B0697}"/>
              </a:ext>
            </a:extLst>
          </p:cNvPr>
          <p:cNvSpPr txBox="1"/>
          <p:nvPr/>
        </p:nvSpPr>
        <p:spPr>
          <a:xfrm>
            <a:off x="4140442" y="1878597"/>
            <a:ext cx="761685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sz="1400"/>
              <a:t>agent </a:t>
            </a:r>
            <a:r>
              <a:rPr lang="ko-KR" altLang="en-US" sz="1400"/>
              <a:t>가져오기</a:t>
            </a:r>
            <a:endParaRPr lang="en-US" altLang="ko-KR" sz="1400"/>
          </a:p>
          <a:p>
            <a:pPr marL="342900" indent="-342900">
              <a:buAutoNum type="arabicPeriod"/>
            </a:pPr>
            <a:r>
              <a:rPr lang="en-US" altLang="ko-KR" sz="1400"/>
              <a:t>.mcp.json </a:t>
            </a:r>
            <a:r>
              <a:rPr lang="ko-KR" altLang="en-US" sz="1400"/>
              <a:t>설정 가져오기</a:t>
            </a:r>
            <a:br>
              <a:rPr lang="en-US" altLang="ko-KR" sz="1400"/>
            </a:br>
            <a:r>
              <a:rPr lang="en-US" altLang="ko-KR" sz="1400"/>
              <a:t>(</a:t>
            </a:r>
            <a:r>
              <a:rPr lang="en-US" altLang="ko-KR" sz="1400">
                <a:sym typeface="Wingdings" panose="05000000000000000000" pitchFamily="2" charset="2"/>
              </a:rPr>
              <a:t> shrimp task master </a:t>
            </a:r>
            <a:r>
              <a:rPr lang="ko-KR" altLang="en-US" sz="1400">
                <a:sym typeface="Wingdings" panose="05000000000000000000" pitchFamily="2" charset="2"/>
              </a:rPr>
              <a:t>경로 현재 프로젝트로 변경</a:t>
            </a:r>
            <a:r>
              <a:rPr lang="en-US" altLang="ko-KR" sz="1400">
                <a:sym typeface="Wingdings" panose="05000000000000000000" pitchFamily="2" charset="2"/>
              </a:rPr>
              <a:t>)</a:t>
            </a:r>
            <a:endParaRPr lang="ko-KR" altLang="en-US" sz="1400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7B063D2F-6B36-DDD7-191C-0938839C52D1}"/>
              </a:ext>
            </a:extLst>
          </p:cNvPr>
          <p:cNvGrpSpPr/>
          <p:nvPr/>
        </p:nvGrpSpPr>
        <p:grpSpPr>
          <a:xfrm>
            <a:off x="434700" y="1878597"/>
            <a:ext cx="3705742" cy="2648320"/>
            <a:chOff x="434700" y="1878597"/>
            <a:chExt cx="3705742" cy="2648320"/>
          </a:xfrm>
        </p:grpSpPr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62886CF0-88CE-91A4-0BCF-168E641042F0}"/>
                </a:ext>
              </a:extLst>
            </p:cNvPr>
            <p:cNvGrpSpPr/>
            <p:nvPr/>
          </p:nvGrpSpPr>
          <p:grpSpPr>
            <a:xfrm>
              <a:off x="434700" y="1878597"/>
              <a:ext cx="3705742" cy="2648320"/>
              <a:chOff x="434700" y="1878597"/>
              <a:chExt cx="3705742" cy="2648320"/>
            </a:xfrm>
          </p:grpSpPr>
          <p:pic>
            <p:nvPicPr>
              <p:cNvPr id="4" name="그림 3">
                <a:extLst>
                  <a:ext uri="{FF2B5EF4-FFF2-40B4-BE49-F238E27FC236}">
                    <a16:creationId xmlns:a16="http://schemas.microsoft.com/office/drawing/2014/main" id="{D884432C-76F9-0B5E-83B8-6A0790F4AC6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34700" y="1878597"/>
                <a:ext cx="3705742" cy="2648320"/>
              </a:xfrm>
              <a:prstGeom prst="rect">
                <a:avLst/>
              </a:prstGeom>
            </p:spPr>
          </p:pic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236601B0-1413-996D-63E8-CB89EA9B2F2C}"/>
                  </a:ext>
                </a:extLst>
              </p:cNvPr>
              <p:cNvSpPr/>
              <p:nvPr/>
            </p:nvSpPr>
            <p:spPr>
              <a:xfrm>
                <a:off x="669303" y="2780907"/>
                <a:ext cx="1885361" cy="1065229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B98698FD-1C93-172E-861C-7207B74A8A2F}"/>
                  </a:ext>
                </a:extLst>
              </p:cNvPr>
              <p:cNvSpPr/>
              <p:nvPr/>
            </p:nvSpPr>
            <p:spPr>
              <a:xfrm>
                <a:off x="669302" y="3987373"/>
                <a:ext cx="1885361" cy="532614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2FDC1494-F811-34DA-BB6E-FF411C66CF34}"/>
                </a:ext>
              </a:extLst>
            </p:cNvPr>
            <p:cNvSpPr/>
            <p:nvPr/>
          </p:nvSpPr>
          <p:spPr>
            <a:xfrm>
              <a:off x="3591612" y="1960775"/>
              <a:ext cx="395926" cy="36764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1</a:t>
              </a:r>
              <a:endParaRPr lang="ko-KR" altLang="en-US"/>
            </a:p>
          </p:txBody>
        </p:sp>
      </p:grpSp>
      <p:pic>
        <p:nvPicPr>
          <p:cNvPr id="10" name="그림 9">
            <a:extLst>
              <a:ext uri="{FF2B5EF4-FFF2-40B4-BE49-F238E27FC236}">
                <a16:creationId xmlns:a16="http://schemas.microsoft.com/office/drawing/2014/main" id="{4F1604B7-D879-61A9-187D-FC5760996E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6021" y="2617261"/>
            <a:ext cx="4763296" cy="4113477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34DD72A3-483B-5F7F-A965-6233D0EF9E2A}"/>
              </a:ext>
            </a:extLst>
          </p:cNvPr>
          <p:cNvSpPr/>
          <p:nvPr/>
        </p:nvSpPr>
        <p:spPr>
          <a:xfrm>
            <a:off x="8466841" y="2758498"/>
            <a:ext cx="395926" cy="3676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2</a:t>
            </a:r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D37F9F0-E1DF-2CEB-947B-DECFD94BB48D}"/>
              </a:ext>
            </a:extLst>
          </p:cNvPr>
          <p:cNvSpPr/>
          <p:nvPr/>
        </p:nvSpPr>
        <p:spPr>
          <a:xfrm>
            <a:off x="6800372" y="3987373"/>
            <a:ext cx="1148499" cy="26630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BDCB9CD-D096-53C1-580D-A3DBD01C2899}"/>
              </a:ext>
            </a:extLst>
          </p:cNvPr>
          <p:cNvSpPr/>
          <p:nvPr/>
        </p:nvSpPr>
        <p:spPr>
          <a:xfrm>
            <a:off x="7037613" y="4253679"/>
            <a:ext cx="1148499" cy="26630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46459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226F93E6-BF65-F48A-33F8-AEA5B0885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963" y="287338"/>
            <a:ext cx="10058400" cy="1449387"/>
          </a:xfrm>
        </p:spPr>
        <p:txBody>
          <a:bodyPr/>
          <a:lstStyle/>
          <a:p>
            <a:r>
              <a:rPr lang="en-US" altLang="ko-KR"/>
              <a:t>Supabase MCP </a:t>
            </a:r>
            <a:r>
              <a:rPr lang="ko-KR" altLang="en-US"/>
              <a:t>인증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8D6B654-6C02-D9D1-78C8-D0A3E4C253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795" y="1899740"/>
            <a:ext cx="6154009" cy="221010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B6DD1DD-3190-DDEC-1B45-EDF6666665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9232" y="1899740"/>
            <a:ext cx="2991569" cy="422997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9A8D595-6642-475E-CBE2-395006C1D5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795" y="4272863"/>
            <a:ext cx="3515216" cy="1505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7535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D6AD7E-8F21-A6C0-FB1B-FF59C46CA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각 기술들의 가이드 가져오기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8093B46-A3E6-5CB8-101F-E39DA172FA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020" y="1842183"/>
            <a:ext cx="3734321" cy="240063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C023DD3-AD20-C0C2-5E0D-5DA024346F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9300" y="1842183"/>
            <a:ext cx="5184970" cy="4057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769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35CE18-C17F-C71A-C810-1DB270073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커스텀 커맨드와 훅 가져오기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060C477C-BBE7-9258-EDE0-0AE654C836CC}"/>
              </a:ext>
            </a:extLst>
          </p:cNvPr>
          <p:cNvGrpSpPr/>
          <p:nvPr/>
        </p:nvGrpSpPr>
        <p:grpSpPr>
          <a:xfrm>
            <a:off x="1203134" y="1860805"/>
            <a:ext cx="3677163" cy="2934109"/>
            <a:chOff x="1005171" y="1961945"/>
            <a:chExt cx="3677163" cy="2934109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78E41E98-AF7B-2580-61B6-A87F7AAD101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05171" y="1961945"/>
              <a:ext cx="3677163" cy="2934109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6891AD38-D95C-3C18-56DA-C0DD9C0C86CD}"/>
                </a:ext>
              </a:extLst>
            </p:cNvPr>
            <p:cNvSpPr/>
            <p:nvPr/>
          </p:nvSpPr>
          <p:spPr>
            <a:xfrm>
              <a:off x="1097280" y="2535810"/>
              <a:ext cx="1938151" cy="236024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7378090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4E650E-273D-0AC9-9E40-68323C31C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Claude </a:t>
            </a:r>
            <a:r>
              <a:rPr lang="ko-KR" altLang="en-US"/>
              <a:t>초기화 명령 실행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58A4316-3A71-D317-805C-FD1FFC1301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190" y="1869437"/>
            <a:ext cx="5744443" cy="113111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61FF1E8-DBDA-EE2C-E336-DD984BD027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5446" y="1869437"/>
            <a:ext cx="5758413" cy="4701960"/>
          </a:xfrm>
          <a:prstGeom prst="rect">
            <a:avLst/>
          </a:prstGeom>
        </p:spPr>
      </p:pic>
      <p:grpSp>
        <p:nvGrpSpPr>
          <p:cNvPr id="10" name="그룹 9">
            <a:extLst>
              <a:ext uri="{FF2B5EF4-FFF2-40B4-BE49-F238E27FC236}">
                <a16:creationId xmlns:a16="http://schemas.microsoft.com/office/drawing/2014/main" id="{80DDCC5C-A7C1-B524-251B-5724C0608ACD}"/>
              </a:ext>
            </a:extLst>
          </p:cNvPr>
          <p:cNvGrpSpPr/>
          <p:nvPr/>
        </p:nvGrpSpPr>
        <p:grpSpPr>
          <a:xfrm>
            <a:off x="365190" y="3100107"/>
            <a:ext cx="2905530" cy="1514686"/>
            <a:chOff x="365190" y="3100107"/>
            <a:chExt cx="2905530" cy="1514686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5D8E542E-39BE-B16D-7AF8-D50F258FDCC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65190" y="3100107"/>
              <a:ext cx="2905530" cy="1514686"/>
            </a:xfrm>
            <a:prstGeom prst="rect">
              <a:avLst/>
            </a:prstGeom>
          </p:spPr>
        </p:pic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58135508-2584-37ED-0F6D-11544AEA94C7}"/>
                </a:ext>
              </a:extLst>
            </p:cNvPr>
            <p:cNvSpPr/>
            <p:nvPr/>
          </p:nvSpPr>
          <p:spPr>
            <a:xfrm>
              <a:off x="461913" y="3857450"/>
              <a:ext cx="1027522" cy="22011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457340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E64871-D082-1830-2DE6-5A0678A30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600"/>
              <a:t>검증도구 추가 설치</a:t>
            </a:r>
            <a:r>
              <a:rPr lang="en-US" altLang="ko-KR" sz="3600"/>
              <a:t>(ESLint, Prettier, </a:t>
            </a:r>
            <a:r>
              <a:rPr lang="ko-KR" altLang="en-US" sz="3600"/>
              <a:t>타입체크</a:t>
            </a:r>
            <a:r>
              <a:rPr lang="en-US" altLang="ko-KR" sz="3600"/>
              <a:t>)</a:t>
            </a:r>
            <a:endParaRPr lang="ko-KR" altLang="en-US" sz="360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FB99D49-73A1-2B51-D72F-B14734F1E8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013" y="1938939"/>
            <a:ext cx="7154273" cy="1924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8593462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31</TotalTime>
  <Words>52</Words>
  <Application>Microsoft Office PowerPoint</Application>
  <PresentationFormat>와이드스크린</PresentationFormat>
  <Paragraphs>11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Calibri</vt:lpstr>
      <vt:lpstr>Calibri Light</vt:lpstr>
      <vt:lpstr>Wingdings</vt:lpstr>
      <vt:lpstr>추억</vt:lpstr>
      <vt:lpstr>supabase-app 설정</vt:lpstr>
      <vt:lpstr>Invoice-web에서 설정 가져오기</vt:lpstr>
      <vt:lpstr>Supabase MCP 인증</vt:lpstr>
      <vt:lpstr>각 기술들의 가이드 가져오기</vt:lpstr>
      <vt:lpstr>커스텀 커맨드와 훅 가져오기</vt:lpstr>
      <vt:lpstr>Claude 초기화 명령 실행</vt:lpstr>
      <vt:lpstr>검증도구 추가 설치(ESLint, Prettier, 타입체크)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khb</dc:creator>
  <cp:lastModifiedBy>khb</cp:lastModifiedBy>
  <cp:revision>11</cp:revision>
  <dcterms:created xsi:type="dcterms:W3CDTF">2026-07-05T06:06:03Z</dcterms:created>
  <dcterms:modified xsi:type="dcterms:W3CDTF">2026-07-05T06:37:51Z</dcterms:modified>
</cp:coreProperties>
</file>