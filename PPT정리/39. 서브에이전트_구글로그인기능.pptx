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46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04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494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71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35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71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50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9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19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64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66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A7EC88F-6798-48CC-ADDB-3FC6553FC565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58FA9C-D00C-449D-9074-57B1E58DDE6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2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881BF-6E3E-AA5D-2E2E-6D66A8562B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서브에이전트활용 </a:t>
            </a:r>
            <a:r>
              <a:rPr lang="en-US" altLang="ko-KR" sz="4000"/>
              <a:t>: </a:t>
            </a:r>
            <a:r>
              <a:rPr lang="ko-KR" altLang="en-US" sz="4000"/>
              <a:t>구글 로그인 기능 추가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36D408-EFDF-283C-3987-01894E10F0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98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BD6AE-116A-138F-E5EF-EAC72399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next.js , supabase </a:t>
            </a:r>
            <a:r>
              <a:rPr lang="ko-KR" altLang="en-US" sz="3600"/>
              <a:t>전문가 서브에이전트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25BF3F-B561-FA13-8D0B-BECA52875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14" t="23368" b="50000"/>
          <a:stretch>
            <a:fillRect/>
          </a:stretch>
        </p:blipFill>
        <p:spPr>
          <a:xfrm>
            <a:off x="1197204" y="1819374"/>
            <a:ext cx="7377954" cy="14507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330DEBA-B745-6BC3-DFD3-DB6CB3E2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64" t="24192" r="26855" b="38694"/>
          <a:stretch>
            <a:fillRect/>
          </a:stretch>
        </p:blipFill>
        <p:spPr>
          <a:xfrm>
            <a:off x="1197204" y="3429000"/>
            <a:ext cx="6117997" cy="254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60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5A20C-2A79-370A-E9BB-C6B4490C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구글 로그인 기능 구현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D725BF-6535-DC7C-802E-095090BB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18" t="14296" r="41933" b="57663"/>
          <a:stretch>
            <a:fillRect/>
          </a:stretch>
        </p:blipFill>
        <p:spPr>
          <a:xfrm>
            <a:off x="1097280" y="1819373"/>
            <a:ext cx="4260916" cy="19230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71E029-3A3A-192C-E897-3C1D29D7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93" y="6014301"/>
            <a:ext cx="9942377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7BE048-B6DF-8A9A-729F-E6A9C07D0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317" y="1819373"/>
            <a:ext cx="6514164" cy="3110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9D25E3-7112-F1F5-9161-3CE9FFCE39F7}"/>
              </a:ext>
            </a:extLst>
          </p:cNvPr>
          <p:cNvSpPr txBox="1"/>
          <p:nvPr/>
        </p:nvSpPr>
        <p:spPr>
          <a:xfrm>
            <a:off x="5458317" y="5033913"/>
            <a:ext cx="651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작성된 계획을 살펴보면 애플리케이션 밖에서 해주어야하는 작업이 존재한다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>
                <a:sym typeface="Wingdings" panose="05000000000000000000" pitchFamily="2" charset="2"/>
              </a:rPr>
              <a:t> Google Cloud Console </a:t>
            </a:r>
            <a:r>
              <a:rPr lang="ko-KR" altLang="en-US" sz="1400">
                <a:sym typeface="Wingdings" panose="05000000000000000000" pitchFamily="2" charset="2"/>
              </a:rPr>
              <a:t>접속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24111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E5543-A261-D214-EC05-F0C2BDF7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구글 </a:t>
            </a:r>
            <a:r>
              <a:rPr lang="en-US" altLang="ko-KR"/>
              <a:t>Auth </a:t>
            </a:r>
            <a:r>
              <a:rPr lang="ko-KR" altLang="en-US"/>
              <a:t>프로젝트 생성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A6530CD-D8AE-0E56-A5D0-C646B78B9D69}"/>
              </a:ext>
            </a:extLst>
          </p:cNvPr>
          <p:cNvGrpSpPr/>
          <p:nvPr/>
        </p:nvGrpSpPr>
        <p:grpSpPr>
          <a:xfrm>
            <a:off x="1097279" y="2061167"/>
            <a:ext cx="3408732" cy="708189"/>
            <a:chOff x="1097279" y="2238753"/>
            <a:chExt cx="4639322" cy="116409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F4D1AB4-AC5B-93B5-6AD2-A0F5557FF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79" y="2250163"/>
              <a:ext cx="4639322" cy="115268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0C091AC-8CF6-428C-0FB3-8A54109F9C03}"/>
                </a:ext>
              </a:extLst>
            </p:cNvPr>
            <p:cNvSpPr/>
            <p:nvPr/>
          </p:nvSpPr>
          <p:spPr>
            <a:xfrm>
              <a:off x="2864390" y="2238753"/>
              <a:ext cx="1989055" cy="4996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C9EDF42-74DF-0F83-5219-B008E9A64B06}"/>
              </a:ext>
            </a:extLst>
          </p:cNvPr>
          <p:cNvSpPr txBox="1"/>
          <p:nvPr/>
        </p:nvSpPr>
        <p:spPr>
          <a:xfrm>
            <a:off x="5891753" y="2041952"/>
            <a:ext cx="555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좌측 상단 프로젝트 명 선택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모달 창에서 새프로젝트 선택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EE5A11-6040-F1EE-E98B-719FFD732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803"/>
          <a:stretch>
            <a:fillRect/>
          </a:stretch>
        </p:blipFill>
        <p:spPr>
          <a:xfrm>
            <a:off x="1097279" y="2874264"/>
            <a:ext cx="4713487" cy="1450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24BF3-FDD6-7D69-D44E-5D710DEE2121}"/>
              </a:ext>
            </a:extLst>
          </p:cNvPr>
          <p:cNvSpPr/>
          <p:nvPr/>
        </p:nvSpPr>
        <p:spPr>
          <a:xfrm>
            <a:off x="4949071" y="2874264"/>
            <a:ext cx="861695" cy="2271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5DC3EE2-E6BE-78D8-4055-4C6E953AF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4264"/>
            <a:ext cx="3623135" cy="28079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5D0F2F-F36E-2881-87C5-682B152FDE5F}"/>
              </a:ext>
            </a:extLst>
          </p:cNvPr>
          <p:cNvGrpSpPr/>
          <p:nvPr/>
        </p:nvGrpSpPr>
        <p:grpSpPr>
          <a:xfrm>
            <a:off x="1097279" y="4632837"/>
            <a:ext cx="2029108" cy="571580"/>
            <a:chOff x="1097279" y="4632837"/>
            <a:chExt cx="2029108" cy="57158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121E9FA-62F7-1D21-7496-DA1AA4C42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7279" y="4632837"/>
              <a:ext cx="2029108" cy="571580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04B449F-86BE-0E16-021B-5B08C5E7AFA0}"/>
                </a:ext>
              </a:extLst>
            </p:cNvPr>
            <p:cNvSpPr/>
            <p:nvPr/>
          </p:nvSpPr>
          <p:spPr>
            <a:xfrm>
              <a:off x="1200449" y="4653977"/>
              <a:ext cx="1816127" cy="4270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7D7B7BB-4037-3F39-8AB5-27D07DFC1E33}"/>
              </a:ext>
            </a:extLst>
          </p:cNvPr>
          <p:cNvSpPr txBox="1"/>
          <p:nvPr/>
        </p:nvSpPr>
        <p:spPr>
          <a:xfrm>
            <a:off x="3126387" y="4632837"/>
            <a:ext cx="2595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프로젝트 생성 후 선택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90518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EC20-1E54-8B61-07CC-1F3DDFCE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4FD1E-D81D-67B1-81EA-EE3AF34D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새 프로젝트 내 사용자 인증정보 만들기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D464C2-50F3-9537-532E-9F0BEAD3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4" y="1948949"/>
            <a:ext cx="3562847" cy="271500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DFA025B-5ECE-218A-0E2C-9F7EE26E3C46}"/>
              </a:ext>
            </a:extLst>
          </p:cNvPr>
          <p:cNvSpPr/>
          <p:nvPr/>
        </p:nvSpPr>
        <p:spPr>
          <a:xfrm>
            <a:off x="515574" y="3637835"/>
            <a:ext cx="1464055" cy="415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DAA1CB-4164-A03B-7EC6-888596BB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878" y="1802436"/>
            <a:ext cx="1648055" cy="79068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50525B3-26D9-0373-AA18-D06C8FB1886E}"/>
              </a:ext>
            </a:extLst>
          </p:cNvPr>
          <p:cNvSpPr/>
          <p:nvPr/>
        </p:nvSpPr>
        <p:spPr>
          <a:xfrm>
            <a:off x="4345877" y="1990845"/>
            <a:ext cx="1464055" cy="415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8E5EA9B-4294-37C4-0024-3F4B112E4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877" y="2593121"/>
            <a:ext cx="3413323" cy="28171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5F1E14-6B92-9F1E-12E6-0A730FC8F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199" y="1948949"/>
            <a:ext cx="3616098" cy="3750936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384EA6-173F-5146-33B5-0494F1DEC277}"/>
              </a:ext>
            </a:extLst>
          </p:cNvPr>
          <p:cNvSpPr/>
          <p:nvPr/>
        </p:nvSpPr>
        <p:spPr>
          <a:xfrm>
            <a:off x="5809933" y="5024487"/>
            <a:ext cx="619148" cy="385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1F51AD-A39C-FD4E-6662-AE3ADD70A0AA}"/>
              </a:ext>
            </a:extLst>
          </p:cNvPr>
          <p:cNvSpPr/>
          <p:nvPr/>
        </p:nvSpPr>
        <p:spPr>
          <a:xfrm>
            <a:off x="8199991" y="3751868"/>
            <a:ext cx="482096" cy="301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077DE-81D1-988C-42F3-3E3FE163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새 프로젝트 내 사용자 인증정보 만들기</a:t>
            </a:r>
            <a:r>
              <a:rPr lang="en-US" altLang="ko-KR" sz="4000"/>
              <a:t>-2</a:t>
            </a:r>
            <a:endParaRPr lang="ko-KR" altLang="en-US" sz="40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37C774D-967C-3C4D-0BA9-DBC6DA1603EE}"/>
              </a:ext>
            </a:extLst>
          </p:cNvPr>
          <p:cNvGrpSpPr/>
          <p:nvPr/>
        </p:nvGrpSpPr>
        <p:grpSpPr>
          <a:xfrm>
            <a:off x="195832" y="1901801"/>
            <a:ext cx="4008524" cy="2779633"/>
            <a:chOff x="195832" y="1901801"/>
            <a:chExt cx="4008524" cy="277963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5B1190B-0E4A-B97D-742D-D477945BA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832" y="1901801"/>
              <a:ext cx="4008524" cy="27796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FA09B57-E049-C54C-205F-D4BCDADC3234}"/>
                </a:ext>
              </a:extLst>
            </p:cNvPr>
            <p:cNvSpPr/>
            <p:nvPr/>
          </p:nvSpPr>
          <p:spPr>
            <a:xfrm>
              <a:off x="499741" y="2875927"/>
              <a:ext cx="857719" cy="3574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C7B126-A47A-6AEC-7FE3-E856EC18ED79}"/>
                </a:ext>
              </a:extLst>
            </p:cNvPr>
            <p:cNvSpPr/>
            <p:nvPr/>
          </p:nvSpPr>
          <p:spPr>
            <a:xfrm>
              <a:off x="499741" y="4271152"/>
              <a:ext cx="597540" cy="3574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5F182A8-AD44-690A-CF9B-6AAF63CB5DA2}"/>
              </a:ext>
            </a:extLst>
          </p:cNvPr>
          <p:cNvGrpSpPr/>
          <p:nvPr/>
        </p:nvGrpSpPr>
        <p:grpSpPr>
          <a:xfrm>
            <a:off x="4355227" y="1868633"/>
            <a:ext cx="5706271" cy="2372056"/>
            <a:chOff x="4355227" y="1868633"/>
            <a:chExt cx="5706271" cy="237205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AF654BF-198A-E02C-E61C-4FEDD2B95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5227" y="1868633"/>
              <a:ext cx="5706271" cy="23720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9D83D5B-4F12-4DC9-DE22-22FD8704237F}"/>
                </a:ext>
              </a:extLst>
            </p:cNvPr>
            <p:cNvSpPr/>
            <p:nvPr/>
          </p:nvSpPr>
          <p:spPr>
            <a:xfrm>
              <a:off x="4941338" y="3135162"/>
              <a:ext cx="648758" cy="3621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64D70AC-7814-E77B-EC53-3759937A583D}"/>
              </a:ext>
            </a:extLst>
          </p:cNvPr>
          <p:cNvGrpSpPr/>
          <p:nvPr/>
        </p:nvGrpSpPr>
        <p:grpSpPr>
          <a:xfrm>
            <a:off x="4508265" y="4400241"/>
            <a:ext cx="5172797" cy="1857634"/>
            <a:chOff x="4508265" y="4400241"/>
            <a:chExt cx="5172797" cy="185763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38E0ABD-FF52-72D4-3DF1-425BC330B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8265" y="4400241"/>
              <a:ext cx="5172797" cy="1857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AA59BFD-A5F8-DC6F-0CD6-02796AE6FB36}"/>
                </a:ext>
              </a:extLst>
            </p:cNvPr>
            <p:cNvSpPr/>
            <p:nvPr/>
          </p:nvSpPr>
          <p:spPr>
            <a:xfrm>
              <a:off x="4782654" y="5823372"/>
              <a:ext cx="656612" cy="4345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222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A4E74-06CD-74C7-A3CF-B3656166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OAuth </a:t>
            </a:r>
            <a:r>
              <a:rPr lang="ko-KR" altLang="en-US"/>
              <a:t>클라이언트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37868A-CF29-EDFB-94E6-9A78606CF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87" y="1737360"/>
            <a:ext cx="1804684" cy="5757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E93850-5757-3508-E550-910D6B12C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186" y="2484940"/>
            <a:ext cx="2775102" cy="43001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66388DB-127E-5DAA-0729-EC0B158213E5}"/>
              </a:ext>
            </a:extLst>
          </p:cNvPr>
          <p:cNvSpPr/>
          <p:nvPr/>
        </p:nvSpPr>
        <p:spPr>
          <a:xfrm>
            <a:off x="1272619" y="4901938"/>
            <a:ext cx="593888" cy="311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90FDF8-5D1A-EC4B-C533-965B23275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144" y="2311884"/>
            <a:ext cx="6982799" cy="13717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C4BEEF-81C6-5459-59D5-5AE77AC65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44" y="1819806"/>
            <a:ext cx="3124636" cy="4096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E5D822-466A-8F7B-8E9D-B224D9E1F3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656"/>
          <a:stretch>
            <a:fillRect/>
          </a:stretch>
        </p:blipFill>
        <p:spPr>
          <a:xfrm>
            <a:off x="4273144" y="3766121"/>
            <a:ext cx="6982799" cy="10415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5C2B6D-52E7-8F54-4BA9-434A91D278A6}"/>
              </a:ext>
            </a:extLst>
          </p:cNvPr>
          <p:cNvSpPr txBox="1"/>
          <p:nvPr/>
        </p:nvSpPr>
        <p:spPr>
          <a:xfrm>
            <a:off x="4273144" y="4901938"/>
            <a:ext cx="6982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운영 시의 </a:t>
            </a:r>
            <a:r>
              <a:rPr lang="en-US" altLang="ko-KR" sz="1400"/>
              <a:t>redirect URI</a:t>
            </a:r>
            <a:br>
              <a:rPr lang="en-US" altLang="ko-KR" sz="1400"/>
            </a:br>
            <a:r>
              <a:rPr lang="ko-KR" altLang="en-US" sz="1400"/>
              <a:t>개발 테스트 시엔 승인된 </a:t>
            </a:r>
            <a:r>
              <a:rPr lang="en-US" altLang="ko-KR" sz="1400"/>
              <a:t>JavaScript </a:t>
            </a:r>
            <a:r>
              <a:rPr lang="ko-KR" altLang="en-US" sz="1400"/>
              <a:t>원본과 리디렉션</a:t>
            </a:r>
            <a:r>
              <a:rPr lang="en-US" altLang="ko-KR" sz="1400"/>
              <a:t>URI </a:t>
            </a:r>
            <a:r>
              <a:rPr lang="ko-KR" altLang="en-US" sz="1400"/>
              <a:t>는 다음과 같다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ABFD031-AFAF-B904-AF24-A5008592E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144" y="5516889"/>
            <a:ext cx="2775102" cy="112485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117C60F-61B5-37F3-83B1-DB9AEB04AB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2863" y="5500021"/>
            <a:ext cx="3144328" cy="114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5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2EB29-A3A1-DBA4-FB58-49BF7F22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OAuth </a:t>
            </a:r>
            <a:r>
              <a:rPr lang="ko-KR" altLang="en-US" sz="3200"/>
              <a:t>를 사용하기위한  클라이언트 정보 저장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9590B5-89F7-A52B-49B4-A02A149C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6469"/>
            <a:ext cx="3833037" cy="47577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9221C2-9E5A-CA63-22DD-DE0781EF25EE}"/>
              </a:ext>
            </a:extLst>
          </p:cNvPr>
          <p:cNvSpPr txBox="1"/>
          <p:nvPr/>
        </p:nvSpPr>
        <p:spPr>
          <a:xfrm>
            <a:off x="5061252" y="1916469"/>
            <a:ext cx="60944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rgbClr val="202124"/>
                </a:solidFill>
                <a:effectLst/>
                <a:latin typeface="Roboto" panose="020F0502020204030204" pitchFamily="2" charset="0"/>
              </a:rPr>
              <a:t>Client_Id : 714957407726-0m29tqlo845dqeogtp90qka148n9lrb3.apps.googleusercontent.com</a:t>
            </a:r>
          </a:p>
          <a:p>
            <a:r>
              <a:rPr lang="en-US" altLang="ko-KR" sz="1100">
                <a:solidFill>
                  <a:srgbClr val="202124"/>
                </a:solidFill>
                <a:latin typeface="Roboto" panose="020F0502020204030204" pitchFamily="2" charset="0"/>
              </a:rPr>
              <a:t>Client_PW: 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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46753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05832-275E-E9F6-826D-5591659C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Supabase </a:t>
            </a:r>
            <a:r>
              <a:rPr lang="ko-KR" altLang="en-US" sz="4000"/>
              <a:t>대시보드에서 </a:t>
            </a:r>
            <a:r>
              <a:rPr lang="en-US" altLang="ko-KR" sz="4000"/>
              <a:t>google Auth</a:t>
            </a:r>
            <a:r>
              <a:rPr lang="ko-KR" altLang="en-US" sz="4000"/>
              <a:t>허용</a:t>
            </a:r>
            <a:r>
              <a:rPr lang="en-US" altLang="ko-KR" sz="4000"/>
              <a:t>-1</a:t>
            </a:r>
            <a:endParaRPr lang="ko-KR" altLang="en-US" sz="4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B3B5D-4208-F792-015A-F083643FAFBB}"/>
              </a:ext>
            </a:extLst>
          </p:cNvPr>
          <p:cNvGrpSpPr/>
          <p:nvPr/>
        </p:nvGrpSpPr>
        <p:grpSpPr>
          <a:xfrm>
            <a:off x="1097280" y="1828800"/>
            <a:ext cx="8666517" cy="4906652"/>
            <a:chOff x="1097280" y="1828800"/>
            <a:chExt cx="8666517" cy="4906652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B81F249-0C50-19A5-C72B-0348C8188ABC}"/>
                </a:ext>
              </a:extLst>
            </p:cNvPr>
            <p:cNvGrpSpPr/>
            <p:nvPr/>
          </p:nvGrpSpPr>
          <p:grpSpPr>
            <a:xfrm>
              <a:off x="1097280" y="1828800"/>
              <a:ext cx="8666517" cy="4906652"/>
              <a:chOff x="1097280" y="1828800"/>
              <a:chExt cx="8666517" cy="4906652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83CE352C-1627-F723-8B3A-B7C1B95F5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97280" y="1828800"/>
                <a:ext cx="8666517" cy="4906652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B5EFE64-7EE9-52CF-DD7F-6642F864AD2E}"/>
                  </a:ext>
                </a:extLst>
              </p:cNvPr>
              <p:cNvSpPr/>
              <p:nvPr/>
            </p:nvSpPr>
            <p:spPr>
              <a:xfrm>
                <a:off x="3110845" y="6127423"/>
                <a:ext cx="6278252" cy="2922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FE54AD3-3F03-BCBF-938A-C22F6AB6989D}"/>
                  </a:ext>
                </a:extLst>
              </p:cNvPr>
              <p:cNvSpPr/>
              <p:nvPr/>
            </p:nvSpPr>
            <p:spPr>
              <a:xfrm>
                <a:off x="1097280" y="3539765"/>
                <a:ext cx="213046" cy="2592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1BC5919-819A-B122-49B2-711AC6771B4B}"/>
                  </a:ext>
                </a:extLst>
              </p:cNvPr>
              <p:cNvSpPr/>
              <p:nvPr/>
            </p:nvSpPr>
            <p:spPr>
              <a:xfrm>
                <a:off x="1310325" y="4312763"/>
                <a:ext cx="1206631" cy="2592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3038AA-9FB7-07F7-97A3-F82F31F1B309}"/>
                </a:ext>
              </a:extLst>
            </p:cNvPr>
            <p:cNvSpPr txBox="1"/>
            <p:nvPr/>
          </p:nvSpPr>
          <p:spPr>
            <a:xfrm>
              <a:off x="7635712" y="5769435"/>
              <a:ext cx="14894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/>
                <a:t>Enable </a:t>
              </a:r>
              <a:r>
                <a:rPr lang="ko-KR" altLang="en-US" sz="1400" b="1"/>
                <a:t>시킨다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29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7B0E-219B-BF08-38D9-6EE2EFD6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05E36-0F90-5815-83ED-5C2873E0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Supabase </a:t>
            </a:r>
            <a:r>
              <a:rPr lang="ko-KR" altLang="en-US" sz="4000"/>
              <a:t>대시보드에서 </a:t>
            </a:r>
            <a:r>
              <a:rPr lang="en-US" altLang="ko-KR" sz="4000"/>
              <a:t>google Auth</a:t>
            </a:r>
            <a:r>
              <a:rPr lang="ko-KR" altLang="en-US" sz="4000"/>
              <a:t>허용</a:t>
            </a:r>
            <a:r>
              <a:rPr lang="en-US" altLang="ko-KR" sz="4000"/>
              <a:t>-2</a:t>
            </a:r>
            <a:endParaRPr lang="ko-KR" altLang="en-US" sz="4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F5358-DBCA-DAC2-0B13-A1AEE4563D44}"/>
              </a:ext>
            </a:extLst>
          </p:cNvPr>
          <p:cNvSpPr txBox="1"/>
          <p:nvPr/>
        </p:nvSpPr>
        <p:spPr>
          <a:xfrm>
            <a:off x="407710" y="1910267"/>
            <a:ext cx="60944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rgbClr val="202124"/>
                </a:solidFill>
                <a:effectLst/>
                <a:latin typeface="Roboto" panose="020F0502020204030204" pitchFamily="2" charset="0"/>
              </a:rPr>
              <a:t>Client_Id : 714957407726-0m29tqlo845dqeogtp90qka148n9lrb3.apps.googleusercontent.com</a:t>
            </a:r>
            <a:br>
              <a:rPr lang="en-US" altLang="ko-KR" sz="1100" b="0" i="0">
                <a:solidFill>
                  <a:srgbClr val="202124"/>
                </a:solidFill>
                <a:effectLst/>
                <a:latin typeface="Roboto" panose="020F0502020204030204" pitchFamily="2" charset="0"/>
              </a:rPr>
            </a:br>
            <a:endParaRPr lang="en-US" altLang="ko-KR" sz="1100" b="0" i="0">
              <a:solidFill>
                <a:srgbClr val="202124"/>
              </a:solidFill>
              <a:effectLst/>
              <a:latin typeface="Roboto" panose="020F0502020204030204" pitchFamily="2" charset="0"/>
            </a:endParaRPr>
          </a:p>
          <a:p>
            <a:r>
              <a:rPr lang="en-US" altLang="ko-KR" sz="1100">
                <a:solidFill>
                  <a:srgbClr val="202124"/>
                </a:solidFill>
                <a:latin typeface="Roboto" panose="020F0502020204030204" pitchFamily="2" charset="0"/>
              </a:rPr>
              <a:t>Client_PW: 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</a:t>
            </a:r>
            <a:endParaRPr lang="ko-KR" altLang="en-US" sz="11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F18334-541A-D62F-3E45-45FEF4661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138" y="1910267"/>
            <a:ext cx="5132378" cy="48408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2EA0AA-27B6-ADF7-3CD5-86449B2C59D8}"/>
              </a:ext>
            </a:extLst>
          </p:cNvPr>
          <p:cNvSpPr/>
          <p:nvPr/>
        </p:nvSpPr>
        <p:spPr>
          <a:xfrm>
            <a:off x="407710" y="1910267"/>
            <a:ext cx="5945956" cy="286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979AC6B-4CF0-1647-FD1F-4835BB815912}"/>
              </a:ext>
            </a:extLst>
          </p:cNvPr>
          <p:cNvCxnSpPr>
            <a:stCxn id="14" idx="3"/>
          </p:cNvCxnSpPr>
          <p:nvPr/>
        </p:nvCxnSpPr>
        <p:spPr>
          <a:xfrm>
            <a:off x="6353666" y="2053356"/>
            <a:ext cx="1885361" cy="982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8A6124-F3F2-64F8-9CBE-CFF68F151249}"/>
              </a:ext>
            </a:extLst>
          </p:cNvPr>
          <p:cNvSpPr/>
          <p:nvPr/>
        </p:nvSpPr>
        <p:spPr>
          <a:xfrm>
            <a:off x="407710" y="2232104"/>
            <a:ext cx="5945956" cy="286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E974F55-59D9-F67E-4D7E-FE0C5F5E1FB1}"/>
              </a:ext>
            </a:extLst>
          </p:cNvPr>
          <p:cNvCxnSpPr>
            <a:stCxn id="17" idx="3"/>
          </p:cNvCxnSpPr>
          <p:nvPr/>
        </p:nvCxnSpPr>
        <p:spPr>
          <a:xfrm>
            <a:off x="6353666" y="2375193"/>
            <a:ext cx="1885361" cy="14992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AEC55B8-E57C-5860-1F18-C87C751B438C}"/>
              </a:ext>
            </a:extLst>
          </p:cNvPr>
          <p:cNvGrpSpPr/>
          <p:nvPr/>
        </p:nvGrpSpPr>
        <p:grpSpPr>
          <a:xfrm>
            <a:off x="407710" y="3874416"/>
            <a:ext cx="4864280" cy="2545392"/>
            <a:chOff x="382805" y="3832962"/>
            <a:chExt cx="4864280" cy="254539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DA03A79F-79AF-16DF-5A04-2FECBFDE9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805" y="3832962"/>
              <a:ext cx="1428949" cy="495369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65C3250-7256-1C69-9444-D97CA7B26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710" y="4339719"/>
              <a:ext cx="4839375" cy="2038635"/>
            </a:xfrm>
            <a:prstGeom prst="rect">
              <a:avLst/>
            </a:prstGeom>
          </p:spPr>
        </p:pic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39D598-DB06-59CD-8FF2-E97159983C2D}"/>
              </a:ext>
            </a:extLst>
          </p:cNvPr>
          <p:cNvSpPr/>
          <p:nvPr/>
        </p:nvSpPr>
        <p:spPr>
          <a:xfrm>
            <a:off x="8239027" y="5806911"/>
            <a:ext cx="3289954" cy="37707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B405610-1D5C-6F5F-90B4-9E78CB284A2E}"/>
              </a:ext>
            </a:extLst>
          </p:cNvPr>
          <p:cNvSpPr/>
          <p:nvPr/>
        </p:nvSpPr>
        <p:spPr>
          <a:xfrm>
            <a:off x="557483" y="5316718"/>
            <a:ext cx="4542417" cy="59388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80DD98C-BB8E-5017-5831-3AFB07FFC3C0}"/>
              </a:ext>
            </a:extLst>
          </p:cNvPr>
          <p:cNvCxnSpPr>
            <a:stCxn id="26" idx="3"/>
            <a:endCxn id="25" idx="1"/>
          </p:cNvCxnSpPr>
          <p:nvPr/>
        </p:nvCxnSpPr>
        <p:spPr>
          <a:xfrm>
            <a:off x="5099900" y="5613662"/>
            <a:ext cx="3139127" cy="38178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DBBF8F-08FF-E8E4-0C2E-83A0EF1A07D9}"/>
              </a:ext>
            </a:extLst>
          </p:cNvPr>
          <p:cNvSpPr txBox="1"/>
          <p:nvPr/>
        </p:nvSpPr>
        <p:spPr>
          <a:xfrm>
            <a:off x="5614449" y="5088662"/>
            <a:ext cx="2318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solidFill>
                  <a:srgbClr val="00B050"/>
                </a:solidFill>
              </a:rPr>
              <a:t>Google Cloud</a:t>
            </a:r>
            <a:r>
              <a:rPr lang="ko-KR" altLang="en-US" sz="1200" b="1">
                <a:solidFill>
                  <a:srgbClr val="00B050"/>
                </a:solidFill>
              </a:rPr>
              <a:t>에서의 리디렉션 </a:t>
            </a:r>
            <a:r>
              <a:rPr lang="en-US" altLang="ko-KR" sz="1200" b="1">
                <a:solidFill>
                  <a:srgbClr val="00B050"/>
                </a:solidFill>
              </a:rPr>
              <a:t>URI</a:t>
            </a:r>
            <a:r>
              <a:rPr lang="ko-KR" altLang="en-US" sz="1200" b="1">
                <a:solidFill>
                  <a:srgbClr val="00B050"/>
                </a:solidFill>
              </a:rPr>
              <a:t>와 일치해야한다</a:t>
            </a:r>
            <a:r>
              <a:rPr lang="en-US" altLang="ko-KR" sz="1200" b="1">
                <a:solidFill>
                  <a:srgbClr val="00B050"/>
                </a:solidFill>
              </a:rPr>
              <a:t>.</a:t>
            </a:r>
            <a:endParaRPr lang="ko-KR" altLang="en-US" sz="12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0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DB06C-FDF7-51E9-B351-B56C3A6F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OAuth </a:t>
            </a:r>
            <a:r>
              <a:rPr lang="ko-KR" altLang="en-US"/>
              <a:t>인증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BB8FBF-851E-7327-430C-915DF166D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0775"/>
            <a:ext cx="3896369" cy="468950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94A75CF-614E-4115-9226-AEE3F29D583F}"/>
              </a:ext>
            </a:extLst>
          </p:cNvPr>
          <p:cNvSpPr/>
          <p:nvPr/>
        </p:nvSpPr>
        <p:spPr>
          <a:xfrm>
            <a:off x="1376313" y="5580668"/>
            <a:ext cx="3450211" cy="622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260CD5-57FF-3522-4E05-298BB5ED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692" y="1942893"/>
            <a:ext cx="5445464" cy="2300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A8528C-9A15-F320-FD95-315EFFCF0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692" y="4307306"/>
            <a:ext cx="4465075" cy="24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0361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</TotalTime>
  <Words>152</Words>
  <Application>Microsoft Office PowerPoint</Application>
  <PresentationFormat>와이드스크린</PresentationFormat>
  <Paragraphs>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Roboto</vt:lpstr>
      <vt:lpstr>Wingdings</vt:lpstr>
      <vt:lpstr>추억</vt:lpstr>
      <vt:lpstr>서브에이전트활용 : 구글 로그인 기능 추가</vt:lpstr>
      <vt:lpstr>next.js , supabase 전문가 서브에이전트 생성</vt:lpstr>
      <vt:lpstr>구글 로그인 기능 구현 요청</vt:lpstr>
      <vt:lpstr>구글 Auth 프로젝트 생성</vt:lpstr>
      <vt:lpstr>새 프로젝트 내 사용자 인증정보 만들기</vt:lpstr>
      <vt:lpstr>새 프로젝트 내 사용자 인증정보 만들기-2</vt:lpstr>
      <vt:lpstr>OAuth 클라이언트 만들기</vt:lpstr>
      <vt:lpstr>OAuth 를 사용하기위한  클라이언트 정보 저장</vt:lpstr>
      <vt:lpstr>Supabase 대시보드에서 google Auth허용-1</vt:lpstr>
      <vt:lpstr>Supabase 대시보드에서 google Auth허용-2</vt:lpstr>
      <vt:lpstr>OAuth 인증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16</cp:revision>
  <dcterms:created xsi:type="dcterms:W3CDTF">2026-07-05T06:47:37Z</dcterms:created>
  <dcterms:modified xsi:type="dcterms:W3CDTF">2026-07-05T07:47:51Z</dcterms:modified>
</cp:coreProperties>
</file>