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E46A8-CF79-464E-9D5F-DD8C664CC61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3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CE496-233E-4D00-A776-9D29D7DAD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74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CE496-233E-4D00-A776-9D29D7DAD73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322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16C6-6B9F-E931-679C-1D6C6A44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0FFC9B-59AA-4BA1-8951-551B0EF70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14847F-534C-9D9E-2D4A-EFC5D213F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04BBB9-9635-FBDE-9A74-242C0072A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CE496-233E-4D00-A776-9D29D7DAD73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1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63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69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51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91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81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65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43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97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956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95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B06F2C4-8122-4A2D-B447-9EEAE6DB92EF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8862278-7704-4319-81A1-1C3CE362E89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0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1BA16-8A1B-0041-29FC-2B26CFBB9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/</a:t>
            </a:r>
            <a:r>
              <a:rPr lang="en-US" altLang="ko-KR" sz="5400" dirty="0" err="1"/>
              <a:t>init</a:t>
            </a:r>
            <a:r>
              <a:rPr lang="en-US" altLang="ko-KR" sz="5400" dirty="0"/>
              <a:t> </a:t>
            </a:r>
            <a:r>
              <a:rPr lang="ko-KR" altLang="en-US" sz="5400" dirty="0"/>
              <a:t>명령어</a:t>
            </a:r>
            <a:r>
              <a:rPr lang="en-US" altLang="ko-KR" sz="5400" dirty="0"/>
              <a:t>.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F45FA9-CE4A-2E36-720D-1D7BE58B8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95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B7C38-3500-AA72-1E93-E4AF08E6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612FB3-FB64-0B56-6A84-B1ACD6F6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912620"/>
            <a:ext cx="6339840" cy="3566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91AE1B-FC12-7220-671B-B7F217AECD77}"/>
              </a:ext>
            </a:extLst>
          </p:cNvPr>
          <p:cNvSpPr txBox="1"/>
          <p:nvPr/>
        </p:nvSpPr>
        <p:spPr>
          <a:xfrm>
            <a:off x="6880860" y="1912620"/>
            <a:ext cx="516636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터미널 </a:t>
            </a:r>
            <a:r>
              <a:rPr lang="en-US" altLang="ko-KR" sz="1100" dirty="0"/>
              <a:t>Claude CLI </a:t>
            </a:r>
            <a:r>
              <a:rPr lang="ko-KR" altLang="en-US" sz="1100" dirty="0"/>
              <a:t>에서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/</a:t>
            </a:r>
            <a:r>
              <a:rPr lang="en-US" altLang="ko-KR" sz="1100" dirty="0" err="1"/>
              <a:t>init</a:t>
            </a:r>
            <a:r>
              <a:rPr lang="en-US" altLang="ko-KR" sz="1100" dirty="0"/>
              <a:t> </a:t>
            </a:r>
            <a:r>
              <a:rPr lang="ko-KR" altLang="en-US" sz="1100" dirty="0"/>
              <a:t>명령어를 수행하면</a:t>
            </a:r>
            <a:r>
              <a:rPr lang="en-US" altLang="ko-KR" sz="1100" dirty="0"/>
              <a:t>, </a:t>
            </a:r>
            <a:r>
              <a:rPr lang="ko-KR" altLang="en-US" sz="1100" dirty="0"/>
              <a:t>해당 프로젝트의 구조를 분석한걸 바탕으로 프로젝트 가이드라인을 생성한다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en-US" altLang="ko-KR" sz="1100" dirty="0"/>
              <a:t>(※ /</a:t>
            </a:r>
            <a:r>
              <a:rPr lang="en-US" altLang="ko-KR" sz="1100" dirty="0" err="1"/>
              <a:t>init</a:t>
            </a:r>
            <a:r>
              <a:rPr lang="ko-KR" altLang="en-US" sz="1100" dirty="0"/>
              <a:t> 명령어는 기본적으로 영어로 작성된다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en-US" altLang="ko-KR" sz="1100" dirty="0"/>
              <a:t>    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한국어로 파일을 생성하도록 설정 가능하다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r>
              <a:rPr lang="en-US" altLang="ko-KR" sz="1100" dirty="0"/>
              <a:t>)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4671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F53A5-1E31-8538-A2F5-7E3A04FD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A82620-4B60-5DAA-AA3A-2EAA2A44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19412"/>
            <a:ext cx="6858000" cy="3857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5D0399-2703-7B31-F270-A09F44A7A46C}"/>
              </a:ext>
            </a:extLst>
          </p:cNvPr>
          <p:cNvSpPr txBox="1"/>
          <p:nvPr/>
        </p:nvSpPr>
        <p:spPr>
          <a:xfrm>
            <a:off x="7269480" y="2119412"/>
            <a:ext cx="47777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수행 중인 명령을 살펴보면 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en-US" altLang="ko-KR" sz="1100" dirty="0"/>
              <a:t>1. ctrl + r </a:t>
            </a:r>
            <a:r>
              <a:rPr lang="ko-KR" altLang="en-US" sz="1100" dirty="0"/>
              <a:t>로 프로젝트 내</a:t>
            </a:r>
            <a:r>
              <a:rPr lang="en-US" altLang="ko-KR" sz="1100" dirty="0"/>
              <a:t>,</a:t>
            </a:r>
            <a:r>
              <a:rPr lang="ko-KR" altLang="en-US" sz="1100" dirty="0"/>
              <a:t> 자세한 목록들을 살펴볼 수 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 List</a:t>
            </a:r>
            <a:r>
              <a:rPr lang="ko-KR" altLang="en-US" sz="1100" dirty="0"/>
              <a:t>명령어로 </a:t>
            </a:r>
            <a:r>
              <a:rPr lang="en-US" altLang="ko-KR" sz="1100" dirty="0"/>
              <a:t>Claude</a:t>
            </a:r>
            <a:r>
              <a:rPr lang="ko-KR" altLang="en-US" sz="1100" dirty="0"/>
              <a:t> 가 프로젝트를 파악한다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2. Bash </a:t>
            </a:r>
            <a:r>
              <a:rPr lang="ko-KR" altLang="en-US" sz="1100" dirty="0"/>
              <a:t>명령어</a:t>
            </a:r>
            <a:br>
              <a:rPr lang="en-US" altLang="ko-KR" sz="1100" dirty="0"/>
            </a:br>
            <a:r>
              <a:rPr lang="en-US" altLang="ko-KR" sz="1100" dirty="0"/>
              <a:t>    Bash</a:t>
            </a:r>
            <a:r>
              <a:rPr lang="ko-KR" altLang="en-US" sz="1100" dirty="0"/>
              <a:t>를 통해 프로젝트 내 파일들이 </a:t>
            </a:r>
            <a:r>
              <a:rPr lang="ko-KR" altLang="en-US" sz="1100" dirty="0" err="1"/>
              <a:t>어떤게</a:t>
            </a:r>
            <a:r>
              <a:rPr lang="ko-KR" altLang="en-US" sz="1100" dirty="0"/>
              <a:t> 있는지 확인한다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0002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386E8-DB00-F196-51AB-B77AC435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81F203-14BD-13F4-D52C-6E9C45A40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896426"/>
            <a:ext cx="6598920" cy="3711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4738B-F8DF-799F-B88D-AFD66141FFE7}"/>
              </a:ext>
            </a:extLst>
          </p:cNvPr>
          <p:cNvSpPr txBox="1"/>
          <p:nvPr/>
        </p:nvSpPr>
        <p:spPr>
          <a:xfrm>
            <a:off x="6957060" y="1896426"/>
            <a:ext cx="46177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Claude </a:t>
            </a:r>
            <a:r>
              <a:rPr lang="ko-KR" altLang="en-US" sz="1100" dirty="0"/>
              <a:t>가 </a:t>
            </a:r>
            <a:r>
              <a:rPr lang="en-US" altLang="ko-KR" sz="1100" dirty="0"/>
              <a:t>claude.md </a:t>
            </a:r>
            <a:r>
              <a:rPr lang="ko-KR" altLang="en-US" sz="1100" dirty="0"/>
              <a:t>파일의 생성을 묻는다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Claude.md</a:t>
            </a:r>
            <a:r>
              <a:rPr lang="ko-KR" altLang="en-US" sz="1100" dirty="0"/>
              <a:t>에는 프로젝트 규칙이 작성된다</a:t>
            </a:r>
            <a:r>
              <a:rPr lang="en-US" altLang="ko-KR" sz="1100" dirty="0"/>
              <a:t>. </a:t>
            </a:r>
            <a:br>
              <a:rPr lang="en-US" altLang="ko-KR" sz="1100" dirty="0"/>
            </a:br>
            <a:r>
              <a:rPr lang="en-US" altLang="ko-KR" sz="1100" dirty="0"/>
              <a:t>Ex</a:t>
            </a:r>
            <a:r>
              <a:rPr lang="ko-KR" altLang="en-US" sz="1100" dirty="0"/>
              <a:t> </a:t>
            </a:r>
            <a:r>
              <a:rPr lang="en-US" altLang="ko-KR" sz="1100" dirty="0"/>
              <a:t>:</a:t>
            </a:r>
            <a:r>
              <a:rPr lang="ko-KR" altLang="en-US" sz="1100" dirty="0"/>
              <a:t> 코드 컨벤션</a:t>
            </a:r>
            <a:r>
              <a:rPr lang="en-US" altLang="ko-KR" sz="1100" dirty="0"/>
              <a:t>, </a:t>
            </a:r>
            <a:r>
              <a:rPr lang="ko-KR" altLang="en-US" sz="1100" dirty="0"/>
              <a:t>언어</a:t>
            </a:r>
            <a:r>
              <a:rPr lang="en-US" altLang="ko-KR" sz="1100" dirty="0"/>
              <a:t>,</a:t>
            </a:r>
            <a:r>
              <a:rPr lang="ko-KR" altLang="en-US" sz="1100" dirty="0"/>
              <a:t> 프로젝트 내 규칙</a:t>
            </a:r>
            <a:r>
              <a:rPr lang="en-US" altLang="ko-KR" sz="1100" dirty="0"/>
              <a:t> </a:t>
            </a:r>
            <a:r>
              <a:rPr lang="ko-KR" altLang="en-US" sz="1100" dirty="0"/>
              <a:t>등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파일 생성 시</a:t>
            </a:r>
            <a:r>
              <a:rPr lang="en-US" altLang="ko-KR" sz="1100" dirty="0"/>
              <a:t>, </a:t>
            </a:r>
            <a:r>
              <a:rPr lang="ko-KR" altLang="en-US" sz="1100" dirty="0"/>
              <a:t>생성을 해도 되는지 묻는다</a:t>
            </a:r>
            <a:r>
              <a:rPr lang="en-US" altLang="ko-KR" sz="11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100" dirty="0"/>
              <a:t>해당 세션 동안 파일 생성 수행은 사용자의 허가를 묻지 않고 생성한다</a:t>
            </a:r>
            <a:r>
              <a:rPr lang="en-US" altLang="ko-KR" sz="1100" dirty="0"/>
              <a:t>. ( </a:t>
            </a:r>
            <a:r>
              <a:rPr lang="ko-KR" altLang="en-US" sz="1100" dirty="0"/>
              <a:t>로그인 </a:t>
            </a:r>
            <a:r>
              <a:rPr lang="en-US" altLang="ko-KR" sz="1100" dirty="0"/>
              <a:t>– </a:t>
            </a:r>
            <a:r>
              <a:rPr lang="ko-KR" altLang="en-US" sz="1100" dirty="0"/>
              <a:t>로그아웃 사이의 행위가 하나의 세션이다</a:t>
            </a:r>
            <a:r>
              <a:rPr lang="en-US" altLang="ko-KR" sz="1100" dirty="0"/>
              <a:t>.)</a:t>
            </a:r>
          </a:p>
          <a:p>
            <a:pPr marL="228600" indent="-228600">
              <a:buAutoNum type="arabicPeriod"/>
            </a:pPr>
            <a:r>
              <a:rPr lang="ko-KR" altLang="en-US" sz="1100" dirty="0"/>
              <a:t>만들지 않는다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2733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0338B-BD62-9ABE-4B72-99293EAD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-4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27747B-90A9-2A1E-C797-2753CFE38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530"/>
          <a:stretch>
            <a:fillRect/>
          </a:stretch>
        </p:blipFill>
        <p:spPr>
          <a:xfrm>
            <a:off x="381000" y="1830664"/>
            <a:ext cx="5097780" cy="4127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EE6069-459B-46FB-C08A-D156A261DB39}"/>
              </a:ext>
            </a:extLst>
          </p:cNvPr>
          <p:cNvSpPr txBox="1"/>
          <p:nvPr/>
        </p:nvSpPr>
        <p:spPr>
          <a:xfrm>
            <a:off x="5547360" y="1830664"/>
            <a:ext cx="6446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/</a:t>
            </a:r>
            <a:r>
              <a:rPr lang="en-US" altLang="ko-KR" sz="1200" dirty="0" err="1"/>
              <a:t>init</a:t>
            </a:r>
            <a:r>
              <a:rPr lang="en-US" altLang="ko-KR" sz="1200" dirty="0"/>
              <a:t> </a:t>
            </a:r>
            <a:r>
              <a:rPr lang="ko-KR" altLang="en-US" sz="1200" dirty="0"/>
              <a:t>초기화 시 가이드라인을 제공할 수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2. ESC</a:t>
            </a:r>
            <a:r>
              <a:rPr lang="ko-KR" altLang="en-US" sz="1200" dirty="0"/>
              <a:t>를 누르면 작업중인 걸 취소 가능</a:t>
            </a: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 err="1"/>
              <a:t>윗</a:t>
            </a:r>
            <a:r>
              <a:rPr lang="ko-KR" altLang="en-US" sz="1200" dirty="0"/>
              <a:t> 쪽 방향키를 누를 시 이전 입력했던 명령을 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ko-KR" altLang="en-US" sz="1200" dirty="0"/>
              <a:t>확인 및 다시 요청할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1D8A51-87C8-0874-1A18-F81DF3829D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11" r="48438"/>
          <a:stretch>
            <a:fillRect/>
          </a:stretch>
        </p:blipFill>
        <p:spPr>
          <a:xfrm>
            <a:off x="8934101" y="1825922"/>
            <a:ext cx="3059779" cy="296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6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C0C2C-5A51-8E26-9BCC-8C7020DA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53975-24A5-2739-60BC-36BC4D83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-4.1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0D5BE-81A1-1E30-0E2D-C86DF9787145}"/>
              </a:ext>
            </a:extLst>
          </p:cNvPr>
          <p:cNvSpPr txBox="1"/>
          <p:nvPr/>
        </p:nvSpPr>
        <p:spPr>
          <a:xfrm>
            <a:off x="5547360" y="1830664"/>
            <a:ext cx="6446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 ESC </a:t>
            </a:r>
            <a:r>
              <a:rPr lang="ko-KR" altLang="en-US" sz="1200" dirty="0"/>
              <a:t>를 두 번 누르면</a:t>
            </a:r>
            <a:r>
              <a:rPr lang="en-US" altLang="ko-KR" sz="1200" dirty="0"/>
              <a:t>, </a:t>
            </a:r>
            <a:r>
              <a:rPr lang="ko-KR" altLang="en-US" sz="1200" dirty="0"/>
              <a:t>이전에 진행했던 프롬프트를 확인할 수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※ </a:t>
            </a:r>
            <a:r>
              <a:rPr lang="ko-KR" altLang="en-US" sz="1200" dirty="0"/>
              <a:t>이전에 진행한 프롬프트 명령 중</a:t>
            </a:r>
            <a:r>
              <a:rPr lang="en-US" altLang="ko-KR" sz="1200" dirty="0"/>
              <a:t>. 2</a:t>
            </a:r>
            <a:r>
              <a:rPr lang="ko-KR" altLang="en-US" sz="1200" dirty="0"/>
              <a:t>번을 무시하고 더 이전 목록인 </a:t>
            </a:r>
            <a:r>
              <a:rPr lang="en-US" altLang="ko-KR" sz="1200" dirty="0"/>
              <a:t>1</a:t>
            </a:r>
            <a:r>
              <a:rPr lang="ko-KR" altLang="en-US" sz="1200" dirty="0"/>
              <a:t>번을 선택하면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-US" altLang="ko-KR" sz="1200" dirty="0"/>
              <a:t>     2</a:t>
            </a:r>
            <a:r>
              <a:rPr lang="ko-KR" altLang="en-US" sz="1200" dirty="0"/>
              <a:t>번</a:t>
            </a:r>
            <a:r>
              <a:rPr lang="en-US" altLang="ko-KR" sz="1200" dirty="0"/>
              <a:t> </a:t>
            </a:r>
            <a:r>
              <a:rPr lang="ko-KR" altLang="en-US" sz="1200" dirty="0"/>
              <a:t>명령으로는 돌아올 수 없다</a:t>
            </a:r>
            <a:r>
              <a:rPr lang="en-US" altLang="ko-KR" sz="1200" dirty="0"/>
              <a:t>.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이전 기록으로 완전히 돌아오며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돌아온 기록 이후의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</a:t>
            </a:r>
            <a:r>
              <a:rPr lang="ko-KR" altLang="en-US" sz="1200" dirty="0">
                <a:sym typeface="Wingdings" panose="05000000000000000000" pitchFamily="2" charset="2"/>
              </a:rPr>
              <a:t>기록들은 남아있지 않는다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r>
              <a:rPr lang="ko-KR" altLang="en-US" sz="1200" dirty="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C9B34E-EC34-328B-928D-C166DF4FD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12"/>
          <a:stretch>
            <a:fillRect/>
          </a:stretch>
        </p:blipFill>
        <p:spPr>
          <a:xfrm>
            <a:off x="274320" y="1830664"/>
            <a:ext cx="5273040" cy="372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0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7E650-1E84-1536-46D8-8DCAF2F9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</a:t>
            </a:r>
            <a:r>
              <a:rPr lang="ko-KR" altLang="en-US" dirty="0"/>
              <a:t> 명령어 설명 </a:t>
            </a:r>
            <a:r>
              <a:rPr lang="en-US" altLang="ko-KR" dirty="0"/>
              <a:t>-5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CC6507-B93E-D36B-C79F-7F3EE3DD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966436"/>
            <a:ext cx="6799580" cy="3824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6499AD-97DA-FB5D-6521-7E365D7A5971}"/>
              </a:ext>
            </a:extLst>
          </p:cNvPr>
          <p:cNvSpPr txBox="1"/>
          <p:nvPr/>
        </p:nvSpPr>
        <p:spPr>
          <a:xfrm>
            <a:off x="7109460" y="1966436"/>
            <a:ext cx="48691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1.</a:t>
            </a:r>
            <a:r>
              <a:rPr lang="ko-KR" altLang="en-US" sz="1100" dirty="0"/>
              <a:t>터미널 작업 진행 중 </a:t>
            </a:r>
            <a:r>
              <a:rPr lang="en-US" altLang="ko-KR" sz="1100" dirty="0"/>
              <a:t>ctrl + r</a:t>
            </a:r>
            <a:r>
              <a:rPr lang="ko-KR" altLang="en-US" sz="1100" dirty="0"/>
              <a:t>을 입력하면 진행중인 목록의 상세 정보를 확인할 수 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다시 </a:t>
            </a:r>
            <a:r>
              <a:rPr lang="en-US" altLang="ko-KR" sz="1100" dirty="0"/>
              <a:t>ctrl + r </a:t>
            </a:r>
            <a:r>
              <a:rPr lang="ko-KR" altLang="en-US" sz="1100" dirty="0"/>
              <a:t>을 누르면 상세 정보에서 진행 목록으로 돌아온다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4676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ECFA9-0B1C-3ADC-99C7-DEC857BE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특정 파일에 대한 참고 요청</a:t>
            </a:r>
            <a:r>
              <a:rPr lang="en-US" altLang="ko-KR" sz="4000" dirty="0"/>
              <a:t>. [@</a:t>
            </a:r>
            <a:r>
              <a:rPr lang="ko-KR" altLang="en-US" sz="4000" dirty="0"/>
              <a:t>파일명</a:t>
            </a:r>
            <a:r>
              <a:rPr lang="en-US" altLang="ko-KR" sz="4000" dirty="0"/>
              <a:t>]</a:t>
            </a:r>
            <a:endParaRPr lang="ko-KR" altLang="en-US" sz="4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9666DD-84B2-06F4-6D78-B2C0E822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40230"/>
            <a:ext cx="6522720" cy="36690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9DA0A-61B4-FDBB-0EDF-A63C564982BD}"/>
              </a:ext>
            </a:extLst>
          </p:cNvPr>
          <p:cNvSpPr txBox="1"/>
          <p:nvPr/>
        </p:nvSpPr>
        <p:spPr>
          <a:xfrm>
            <a:off x="6949440" y="1840230"/>
            <a:ext cx="483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ym typeface="Wingdings" panose="05000000000000000000" pitchFamily="2" charset="2"/>
              </a:rPr>
              <a:t> @{</a:t>
            </a:r>
            <a:r>
              <a:rPr lang="ko-KR" altLang="en-US" sz="1200" dirty="0">
                <a:sym typeface="Wingdings" panose="05000000000000000000" pitchFamily="2" charset="2"/>
              </a:rPr>
              <a:t>파일명</a:t>
            </a:r>
            <a:r>
              <a:rPr lang="en-US" altLang="ko-KR" sz="1200" dirty="0">
                <a:sym typeface="Wingdings" panose="05000000000000000000" pitchFamily="2" charset="2"/>
              </a:rPr>
              <a:t>} </a:t>
            </a:r>
            <a:r>
              <a:rPr lang="ko-KR" altLang="en-US" sz="1200" dirty="0">
                <a:sym typeface="Wingdings" panose="05000000000000000000" pitchFamily="2" charset="2"/>
              </a:rPr>
              <a:t>을 통해 파일에 대한 상세 내용을 할 수 있다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8668031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336</Words>
  <Application>Microsoft Office PowerPoint</Application>
  <PresentationFormat>와이드스크린</PresentationFormat>
  <Paragraphs>27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Calibri</vt:lpstr>
      <vt:lpstr>Calibri Light</vt:lpstr>
      <vt:lpstr>Wingdings</vt:lpstr>
      <vt:lpstr>추억</vt:lpstr>
      <vt:lpstr>/init 명령어.</vt:lpstr>
      <vt:lpstr>Init 명령어 설명 -1</vt:lpstr>
      <vt:lpstr>Init 명령어 설명 -2</vt:lpstr>
      <vt:lpstr>Init 명령어 설명 -3</vt:lpstr>
      <vt:lpstr>Init 명령어 설명 -4</vt:lpstr>
      <vt:lpstr>Init 명령어 설명 -4.1</vt:lpstr>
      <vt:lpstr>Init 명령어 설명 -5</vt:lpstr>
      <vt:lpstr>특정 파일에 대한 참고 요청. [@파일명]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17</cp:revision>
  <dcterms:created xsi:type="dcterms:W3CDTF">2026-06-23T08:55:45Z</dcterms:created>
  <dcterms:modified xsi:type="dcterms:W3CDTF">2026-06-23T09:22:22Z</dcterms:modified>
</cp:coreProperties>
</file>