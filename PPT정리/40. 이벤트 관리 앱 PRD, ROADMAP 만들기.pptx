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88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89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02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38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7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42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155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91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6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35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621542-71EC-46E4-BEC0-C95F9D1F8FFB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2F06F1D-CB23-47BF-832A-7872D08D45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25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B3529-15CB-0312-2362-489AAAC16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이벤트 관리 앱 만들기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73906C-DC84-C356-F2D4-4AC195B26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24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2E8D3-A895-F905-EAF5-675A1589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이벤트 관리 </a:t>
            </a:r>
            <a:r>
              <a:rPr lang="en-US" altLang="ko-KR"/>
              <a:t>PRD, ROADMAP </a:t>
            </a:r>
            <a:r>
              <a:rPr lang="ko-KR" altLang="en-US"/>
              <a:t>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3CC268-399A-BD57-12DF-700BE62FC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23" t="14983" r="29948" b="40481"/>
          <a:stretch>
            <a:fillRect/>
          </a:stretch>
        </p:blipFill>
        <p:spPr>
          <a:xfrm>
            <a:off x="376129" y="2288357"/>
            <a:ext cx="5022802" cy="26418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2BE0B0-F3AC-AA86-CCC5-D2E864C12CDF}"/>
              </a:ext>
            </a:extLst>
          </p:cNvPr>
          <p:cNvSpPr txBox="1"/>
          <p:nvPr/>
        </p:nvSpPr>
        <p:spPr>
          <a:xfrm>
            <a:off x="367645" y="1838227"/>
            <a:ext cx="375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기획 </a:t>
            </a:r>
            <a:r>
              <a:rPr lang="en-US" altLang="ko-KR"/>
              <a:t>(PLAN MODE)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0F92C8-6140-7367-4D88-A20BCEEB6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28" t="55395" r="39227" b="28110"/>
          <a:stretch>
            <a:fillRect/>
          </a:stretch>
        </p:blipFill>
        <p:spPr>
          <a:xfrm>
            <a:off x="5524107" y="2297783"/>
            <a:ext cx="4553146" cy="1131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8AB9C2-51AC-156E-7545-8B72235C98C5}"/>
              </a:ext>
            </a:extLst>
          </p:cNvPr>
          <p:cNvSpPr txBox="1"/>
          <p:nvPr/>
        </p:nvSpPr>
        <p:spPr>
          <a:xfrm>
            <a:off x="5524107" y="1838227"/>
            <a:ext cx="375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2. </a:t>
            </a:r>
            <a:r>
              <a:rPr lang="ko-KR" altLang="en-US"/>
              <a:t>기획을 바탕으로 </a:t>
            </a:r>
            <a:r>
              <a:rPr lang="en-US" altLang="ko-KR"/>
              <a:t>PRD</a:t>
            </a:r>
            <a:r>
              <a:rPr lang="ko-KR" altLang="en-US"/>
              <a:t>문서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6C931-224F-BA0E-424A-48B3FB12126E}"/>
              </a:ext>
            </a:extLst>
          </p:cNvPr>
          <p:cNvSpPr txBox="1"/>
          <p:nvPr/>
        </p:nvSpPr>
        <p:spPr>
          <a:xfrm>
            <a:off x="5524107" y="3424622"/>
            <a:ext cx="375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3. PRD </a:t>
            </a:r>
            <a:r>
              <a:rPr lang="ko-KR" altLang="en-US"/>
              <a:t>문서를 바탕으로 로드맵 생성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4DA3E4F-1F2F-F066-BA49-4300484621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485" t="11684" r="45567" b="67810"/>
          <a:stretch>
            <a:fillRect/>
          </a:stretch>
        </p:blipFill>
        <p:spPr>
          <a:xfrm>
            <a:off x="5524107" y="3852699"/>
            <a:ext cx="3846136" cy="12693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33EDC6-8380-D2E5-DCA3-C1F8D7AAAB88}"/>
              </a:ext>
            </a:extLst>
          </p:cNvPr>
          <p:cNvSpPr txBox="1"/>
          <p:nvPr/>
        </p:nvSpPr>
        <p:spPr>
          <a:xfrm>
            <a:off x="5524106" y="5176452"/>
            <a:ext cx="633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4. </a:t>
            </a:r>
            <a:r>
              <a:rPr lang="ko-KR" altLang="en-US"/>
              <a:t>로드맵 확인 후</a:t>
            </a:r>
            <a:r>
              <a:rPr lang="en-US" altLang="ko-KR"/>
              <a:t>. </a:t>
            </a:r>
            <a:r>
              <a:rPr lang="ko-KR" altLang="en-US"/>
              <a:t>마음에 안드는 부분이 있다면 수정 요청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FF411F3-77A8-E57F-EC60-E1C98A40F2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46" t="58172" r="46495" b="23319"/>
          <a:stretch>
            <a:fillRect/>
          </a:stretch>
        </p:blipFill>
        <p:spPr>
          <a:xfrm>
            <a:off x="5524106" y="5541406"/>
            <a:ext cx="6334813" cy="126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5454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43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추억</vt:lpstr>
      <vt:lpstr>이벤트 관리 앱 만들기</vt:lpstr>
      <vt:lpstr>이벤트 관리 PRD, ROADMAP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</cp:revision>
  <dcterms:created xsi:type="dcterms:W3CDTF">2026-07-05T09:22:23Z</dcterms:created>
  <dcterms:modified xsi:type="dcterms:W3CDTF">2026-07-05T09:33:18Z</dcterms:modified>
</cp:coreProperties>
</file>