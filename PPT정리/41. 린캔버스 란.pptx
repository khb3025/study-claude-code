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4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D1AA-308C-455D-B2D5-BB4F6E5BCDA3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F101F-D07D-4C16-9C46-3BB151ADAB2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143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D1AA-308C-455D-B2D5-BB4F6E5BCDA3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F101F-D07D-4C16-9C46-3BB151ADAB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793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D1AA-308C-455D-B2D5-BB4F6E5BCDA3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F101F-D07D-4C16-9C46-3BB151ADAB2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822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D1AA-308C-455D-B2D5-BB4F6E5BCDA3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F101F-D07D-4C16-9C46-3BB151ADAB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284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D1AA-308C-455D-B2D5-BB4F6E5BCDA3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F101F-D07D-4C16-9C46-3BB151ADAB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138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D1AA-308C-455D-B2D5-BB4F6E5BCDA3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F101F-D07D-4C16-9C46-3BB151ADAB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055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D1AA-308C-455D-B2D5-BB4F6E5BCDA3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F101F-D07D-4C16-9C46-3BB151ADAB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86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85ED1AA-308C-455D-B2D5-BB4F6E5BCDA3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DCF101F-D07D-4C16-9C46-3BB151ADAB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294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D1AA-308C-455D-B2D5-BB4F6E5BCDA3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F101F-D07D-4C16-9C46-3BB151ADAB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760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D1AA-308C-455D-B2D5-BB4F6E5BCDA3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F101F-D07D-4C16-9C46-3BB151ADAB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860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D1AA-308C-455D-B2D5-BB4F6E5BCDA3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F101F-D07D-4C16-9C46-3BB151ADAB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306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85ED1AA-308C-455D-B2D5-BB4F6E5BCDA3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DCF101F-D07D-4C16-9C46-3BB151ADAB2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04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3C89F-6B14-545F-DB46-5304ED3F82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6000"/>
              <a:t>린캔버스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B80604-70B4-00CE-98CF-DCB8FD871B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1600"/>
              <a:t>1</a:t>
            </a:r>
            <a:r>
              <a:rPr lang="ko-KR" altLang="en-US" sz="1600"/>
              <a:t>인 창업자를 위한 비지니스 아이디어를 빠르고 효과적으로 구체화 할 수 있도록하는 도구</a:t>
            </a:r>
            <a:br>
              <a:rPr lang="en-US" altLang="ko-KR" sz="1600"/>
            </a:br>
            <a:r>
              <a:rPr lang="ko-KR" altLang="en-US" sz="1600"/>
              <a:t>★</a:t>
            </a:r>
            <a:r>
              <a:rPr lang="en-US" altLang="ko-KR" sz="1600"/>
              <a:t> 1</a:t>
            </a:r>
            <a:r>
              <a:rPr lang="ko-KR" altLang="en-US" sz="1600"/>
              <a:t>페이지로 나타냄</a:t>
            </a:r>
          </a:p>
        </p:txBody>
      </p:sp>
    </p:spTree>
    <p:extLst>
      <p:ext uri="{BB962C8B-B14F-4D97-AF65-F5344CB8AC3E}">
        <p14:creationId xmlns:p14="http://schemas.microsoft.com/office/powerpoint/2010/main" val="797800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B018E3-2BF5-C2FB-9B01-4FE8A916D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린캔버스의 양식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AE8AC4-A9BA-BEC0-6917-49FF0338FA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00" t="18694" r="22990" b="4179"/>
          <a:stretch>
            <a:fillRect/>
          </a:stretch>
        </p:blipFill>
        <p:spPr>
          <a:xfrm>
            <a:off x="1036320" y="1862608"/>
            <a:ext cx="5241303" cy="41714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32481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9C4F8-3439-A91F-391A-2968EBBD4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린캔버스 양식 예시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9CB9CE3-4D75-540B-CA73-5E7B442117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9" t="11959" r="3815" b="8041"/>
          <a:stretch>
            <a:fillRect/>
          </a:stretch>
        </p:blipFill>
        <p:spPr>
          <a:xfrm>
            <a:off x="1097279" y="1894788"/>
            <a:ext cx="9611569" cy="468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281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3E810B-179D-E91B-D13D-708853C10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린캔버스 문서 요청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F9A5E2-3CD1-8E34-6054-863D8C94BC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52" t="12233" r="36753" b="63162"/>
          <a:stretch>
            <a:fillRect/>
          </a:stretch>
        </p:blipFill>
        <p:spPr>
          <a:xfrm>
            <a:off x="1187777" y="1913642"/>
            <a:ext cx="5363852" cy="168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218464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</TotalTime>
  <Words>27</Words>
  <Application>Microsoft Office PowerPoint</Application>
  <PresentationFormat>와이드스크린</PresentationFormat>
  <Paragraphs>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Calibri</vt:lpstr>
      <vt:lpstr>Calibri Light</vt:lpstr>
      <vt:lpstr>추억</vt:lpstr>
      <vt:lpstr>린캔버스</vt:lpstr>
      <vt:lpstr>린캔버스의 양식</vt:lpstr>
      <vt:lpstr>린캔버스 양식 예시</vt:lpstr>
      <vt:lpstr>린캔버스 문서 요청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5</cp:revision>
  <dcterms:created xsi:type="dcterms:W3CDTF">2026-07-05T09:34:08Z</dcterms:created>
  <dcterms:modified xsi:type="dcterms:W3CDTF">2026-07-05T09:38:28Z</dcterms:modified>
</cp:coreProperties>
</file>