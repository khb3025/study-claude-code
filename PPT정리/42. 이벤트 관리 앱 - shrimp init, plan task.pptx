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91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77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43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26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6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950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23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23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145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11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25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2FE1D4-A887-4350-AFF1-BA2BF186B3E1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2E936C-3E23-4FAF-B133-849EA8E6C75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50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B2EDCB-E6AB-AF74-358B-9B3B4ACB08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이벤트 관리 웹 </a:t>
            </a:r>
            <a:r>
              <a:rPr lang="en-US" altLang="ko-KR" sz="4000"/>
              <a:t>Shrimp</a:t>
            </a:r>
            <a:r>
              <a:rPr lang="ko-KR" altLang="en-US" sz="4000"/>
              <a:t>초기화 및 계획 세우기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0E8313-8E9C-425F-B598-1FA006A199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69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33485C-6FD9-AC82-C638-EF1F4706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이벤트 관리 웹 </a:t>
            </a:r>
            <a:r>
              <a:rPr lang="en-US" altLang="ko-KR"/>
              <a:t>Shrimp</a:t>
            </a:r>
            <a:r>
              <a:rPr lang="ko-KR" altLang="en-US"/>
              <a:t>초기화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90FE48-E920-AB56-797B-7B64BE69B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540" y="1837397"/>
            <a:ext cx="6252635" cy="486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9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F08C0-BBFE-CA48-18A5-1C776ABD9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Plan task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81DD1A-CEBF-46F9-93F7-1D2A4A171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6232"/>
            <a:ext cx="3467584" cy="8573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028EE56-F616-C5BA-7581-041A89F84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364" y="1916232"/>
            <a:ext cx="6316356" cy="280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0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EF1CB-4EE4-79B7-BCC7-47789390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Sub Task </a:t>
            </a:r>
            <a:r>
              <a:rPr lang="ko-KR" altLang="en-US"/>
              <a:t>분할</a:t>
            </a:r>
            <a:r>
              <a:rPr lang="en-US" altLang="ko-KR"/>
              <a:t>(Analyze_task)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08B5BB-01F7-B116-3F12-BC4A03A8D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7652"/>
            <a:ext cx="4173792" cy="49385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45CDE3-7225-442A-0056-3CA96A1A77B4}"/>
              </a:ext>
            </a:extLst>
          </p:cNvPr>
          <p:cNvSpPr txBox="1"/>
          <p:nvPr/>
        </p:nvSpPr>
        <p:spPr>
          <a:xfrm>
            <a:off x="5458119" y="1847652"/>
            <a:ext cx="4742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analyze task taskXXX</a:t>
            </a:r>
            <a:r>
              <a:rPr lang="ko-KR" altLang="en-US" sz="1200"/>
              <a:t> 명령 시 </a:t>
            </a:r>
            <a:br>
              <a:rPr lang="en-US" altLang="ko-KR" sz="1200"/>
            </a:br>
            <a:r>
              <a:rPr lang="en-US" altLang="ko-KR" sz="1200"/>
              <a:t>Task </a:t>
            </a:r>
            <a:r>
              <a:rPr lang="ko-KR" altLang="en-US" sz="1200"/>
              <a:t>작업을 분석하여 더 작게 </a:t>
            </a:r>
            <a:r>
              <a:rPr lang="en-US" altLang="ko-KR" sz="1200"/>
              <a:t>Task</a:t>
            </a:r>
            <a:r>
              <a:rPr lang="ko-KR" altLang="en-US" sz="1200"/>
              <a:t>를 분할 할 수 있는지 확인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ko-KR" altLang="en-US" sz="1200"/>
              <a:t>분할할 수 있다면 </a:t>
            </a:r>
            <a:r>
              <a:rPr lang="en-US" altLang="ko-KR" sz="1200"/>
              <a:t>split tasks </a:t>
            </a:r>
            <a:r>
              <a:rPr lang="ko-KR" altLang="en-US" sz="1200"/>
              <a:t>명령이 실행되어 </a:t>
            </a:r>
            <a:r>
              <a:rPr lang="en-US" altLang="ko-KR" sz="1200"/>
              <a:t>task</a:t>
            </a:r>
            <a:r>
              <a:rPr lang="ko-KR" altLang="en-US" sz="1200"/>
              <a:t>를 쪼갠다</a:t>
            </a:r>
            <a:r>
              <a:rPr lang="en-US" altLang="ko-KR" sz="1200"/>
              <a:t>.</a:t>
            </a:r>
            <a:br>
              <a:rPr lang="en-US" altLang="ko-KR" sz="1200"/>
            </a:b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82468278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</TotalTime>
  <Words>55</Words>
  <Application>Microsoft Office PowerPoint</Application>
  <PresentationFormat>와이드스크린</PresentationFormat>
  <Paragraphs>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추억</vt:lpstr>
      <vt:lpstr>이벤트 관리 웹 Shrimp초기화 및 계획 세우기</vt:lpstr>
      <vt:lpstr>이벤트 관리 웹 Shrimp초기화</vt:lpstr>
      <vt:lpstr>Plan task</vt:lpstr>
      <vt:lpstr>Sub Task 분할(Analyze_task)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6</cp:revision>
  <dcterms:created xsi:type="dcterms:W3CDTF">2026-07-05T09:52:58Z</dcterms:created>
  <dcterms:modified xsi:type="dcterms:W3CDTF">2026-07-05T10:25:21Z</dcterms:modified>
</cp:coreProperties>
</file>