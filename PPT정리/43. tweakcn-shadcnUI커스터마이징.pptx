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73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400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0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6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36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15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0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01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15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81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1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B7CB862-C8AD-4F51-AC44-4F77AE63911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FA3ED72-9691-4634-B014-633824A05DA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90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0DA7C-7E77-B3C1-6A16-A340519B95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/>
              <a:t>tweakcn (shadcnUI </a:t>
            </a:r>
            <a:r>
              <a:rPr lang="ko-KR" altLang="en-US" sz="6000"/>
              <a:t>테마 커스텀</a:t>
            </a:r>
            <a:r>
              <a:rPr lang="en-US" altLang="ko-KR" sz="6000"/>
              <a:t>)</a:t>
            </a:r>
            <a:endParaRPr lang="ko-KR" altLang="en-US" sz="6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80F836-BE78-B2AB-3782-416C3CB12C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shadcn </a:t>
            </a:r>
            <a:r>
              <a:rPr lang="ko-KR" altLang="en-US"/>
              <a:t>테마 커스터마이징 라이브러리</a:t>
            </a:r>
          </a:p>
        </p:txBody>
      </p:sp>
    </p:spTree>
    <p:extLst>
      <p:ext uri="{BB962C8B-B14F-4D97-AF65-F5344CB8AC3E}">
        <p14:creationId xmlns:p14="http://schemas.microsoft.com/office/powerpoint/2010/main" val="284858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D4B27-4D0D-6683-73A6-10F7BA7E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Tweakcn </a:t>
            </a:r>
            <a:r>
              <a:rPr lang="ko-KR" altLang="en-US"/>
              <a:t>사이트 접속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404D6-B8F0-DE16-DA9D-CBAC720EB6F3}"/>
              </a:ext>
            </a:extLst>
          </p:cNvPr>
          <p:cNvSpPr txBox="1"/>
          <p:nvPr/>
        </p:nvSpPr>
        <p:spPr>
          <a:xfrm>
            <a:off x="1097280" y="1860949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https://tweakcn.com/</a:t>
            </a:r>
            <a:br>
              <a:rPr lang="en-US" altLang="ko-KR"/>
            </a:br>
            <a:r>
              <a:rPr lang="en-US" altLang="ko-KR"/>
              <a:t>https://tweakcn.com/editor/theme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AFFE45-8291-EC69-3A63-20E07FDE9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07280"/>
            <a:ext cx="5715599" cy="42422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2CD45E-227D-2BB5-8025-2A6CAA583EE8}"/>
              </a:ext>
            </a:extLst>
          </p:cNvPr>
          <p:cNvSpPr txBox="1"/>
          <p:nvPr/>
        </p:nvSpPr>
        <p:spPr>
          <a:xfrm>
            <a:off x="6890994" y="2507280"/>
            <a:ext cx="461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Default </a:t>
            </a:r>
            <a:r>
              <a:rPr lang="ko-KR" altLang="en-US"/>
              <a:t>사이트 테마</a:t>
            </a:r>
          </a:p>
        </p:txBody>
      </p:sp>
    </p:spTree>
    <p:extLst>
      <p:ext uri="{BB962C8B-B14F-4D97-AF65-F5344CB8AC3E}">
        <p14:creationId xmlns:p14="http://schemas.microsoft.com/office/powerpoint/2010/main" val="2500032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2891E-B0FA-AC44-633B-EB6C1A52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Tweakcn – </a:t>
            </a:r>
            <a:r>
              <a:rPr lang="ko-KR" altLang="en-US"/>
              <a:t>테마 변경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B250AB-D342-A9AF-76D1-56900F1D8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4609"/>
            <a:ext cx="2896079" cy="4879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9C305B2-3F06-AE89-23A5-F1581EB25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723" y="1874610"/>
            <a:ext cx="2022822" cy="13200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7B518C-1B7A-F5B7-3E8D-A4F8358790B7}"/>
              </a:ext>
            </a:extLst>
          </p:cNvPr>
          <p:cNvSpPr txBox="1"/>
          <p:nvPr/>
        </p:nvSpPr>
        <p:spPr>
          <a:xfrm>
            <a:off x="4213781" y="3299381"/>
            <a:ext cx="20267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전체적인 테마 변경</a:t>
            </a:r>
            <a:br>
              <a:rPr lang="en-US" altLang="ko-KR" sz="1400"/>
            </a:br>
            <a:br>
              <a:rPr lang="en-US" altLang="ko-KR" sz="1400"/>
            </a:br>
            <a:r>
              <a:rPr lang="en-US" altLang="ko-KR" sz="1400"/>
              <a:t>		Soft POP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endParaRPr lang="ko-KR" altLang="en-US" sz="14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D120173-6CBA-6EBA-CD84-7C71D5205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950" y="1843972"/>
            <a:ext cx="5606262" cy="42901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061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EFFCF-59D8-4B2C-7E6E-C6F2F3F9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Tweakcn – </a:t>
            </a:r>
            <a:r>
              <a:rPr lang="ko-KR" altLang="en-US"/>
              <a:t>컴포넌트 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A44DA3-5801-D492-19BE-8C17E962C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0450"/>
            <a:ext cx="6253212" cy="46801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513698-51D9-960D-AB7C-B7E135201918}"/>
              </a:ext>
            </a:extLst>
          </p:cNvPr>
          <p:cNvSpPr txBox="1"/>
          <p:nvPr/>
        </p:nvSpPr>
        <p:spPr>
          <a:xfrm>
            <a:off x="7513163" y="1975196"/>
            <a:ext cx="4383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배경 뿐만이 아니라 컴포넌트에 대해서도 </a:t>
            </a:r>
            <a:br>
              <a:rPr lang="en-US" altLang="ko-KR" sz="1400"/>
            </a:br>
            <a:r>
              <a:rPr lang="ko-KR" altLang="en-US" sz="1400"/>
              <a:t>색상등을 변경 가능하다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16513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F5BF2-16B3-3B35-F503-2F729B0C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Tweakcn – </a:t>
            </a:r>
            <a:r>
              <a:rPr lang="ko-KR" altLang="en-US"/>
              <a:t>테마 프로젝트 적용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0E6D9F-1F95-E400-A4A4-B973361B9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1108"/>
            <a:ext cx="3610479" cy="20576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347851-5D37-2C57-092F-E5B48D312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543" y="1891108"/>
            <a:ext cx="4778493" cy="25106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703143-2D5C-1B73-F57D-222D92C54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659191"/>
            <a:ext cx="6180213" cy="1278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5FFF66-ECF9-3430-BF0E-9485AFD24E5C}"/>
              </a:ext>
            </a:extLst>
          </p:cNvPr>
          <p:cNvSpPr txBox="1"/>
          <p:nvPr/>
        </p:nvSpPr>
        <p:spPr>
          <a:xfrm>
            <a:off x="7484882" y="4515439"/>
            <a:ext cx="44494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1. {} Code</a:t>
            </a:r>
            <a:r>
              <a:rPr lang="ko-KR" altLang="en-US" sz="1100"/>
              <a:t>버튼 클릭</a:t>
            </a:r>
            <a:br>
              <a:rPr lang="en-US" altLang="ko-KR" sz="1100"/>
            </a:br>
            <a:r>
              <a:rPr lang="en-US" altLang="ko-KR" sz="1100"/>
              <a:t>2. </a:t>
            </a:r>
            <a:r>
              <a:rPr lang="ko-KR" altLang="en-US" sz="1100"/>
              <a:t>커스터 마이징 한 값이 있으면 </a:t>
            </a:r>
            <a:r>
              <a:rPr lang="en-US" altLang="ko-KR" sz="1100"/>
              <a:t>Theme Code</a:t>
            </a:r>
            <a:r>
              <a:rPr lang="ko-KR" altLang="en-US" sz="1100"/>
              <a:t>의 </a:t>
            </a:r>
            <a:r>
              <a:rPr lang="en-US" altLang="ko-KR" sz="1100"/>
              <a:t>Save</a:t>
            </a:r>
            <a:r>
              <a:rPr lang="ko-KR" altLang="en-US" sz="1100"/>
              <a:t>버튼 클릭</a:t>
            </a:r>
            <a:endParaRPr lang="en-US" altLang="ko-KR" sz="1100"/>
          </a:p>
          <a:p>
            <a:r>
              <a:rPr lang="en-US" altLang="ko-KR" sz="1100"/>
              <a:t>3. Save Theme </a:t>
            </a:r>
            <a:r>
              <a:rPr lang="ko-KR" altLang="en-US" sz="1100"/>
              <a:t>에 </a:t>
            </a:r>
            <a:r>
              <a:rPr lang="en-US" altLang="ko-KR" sz="1100"/>
              <a:t>Theme</a:t>
            </a:r>
            <a:r>
              <a:rPr lang="ko-KR" altLang="en-US" sz="1100"/>
              <a:t>명 입력 </a:t>
            </a:r>
            <a:br>
              <a:rPr lang="en-US" altLang="ko-KR" sz="1100"/>
            </a:br>
            <a:r>
              <a:rPr lang="en-US" altLang="ko-KR" sz="1100"/>
              <a:t>4. Theme Code</a:t>
            </a:r>
            <a:r>
              <a:rPr lang="ko-KR" altLang="en-US" sz="1100"/>
              <a:t>를 환경에 맞게 복사하여 </a:t>
            </a:r>
            <a:r>
              <a:rPr lang="en-US" altLang="ko-KR" sz="1100"/>
              <a:t>Project</a:t>
            </a:r>
            <a:r>
              <a:rPr lang="ko-KR" altLang="en-US" sz="1100"/>
              <a:t>에서 실행</a:t>
            </a:r>
            <a:br>
              <a:rPr lang="en-US" altLang="ko-KR" sz="1100"/>
            </a:br>
            <a:r>
              <a:rPr lang="en-US" altLang="ko-KR" sz="1100"/>
              <a:t>    -&gt; </a:t>
            </a:r>
            <a:r>
              <a:rPr lang="ko-KR" altLang="en-US" sz="1100"/>
              <a:t>해당 </a:t>
            </a:r>
            <a:r>
              <a:rPr lang="en-US" altLang="ko-KR" sz="1100"/>
              <a:t>Theme</a:t>
            </a:r>
            <a:r>
              <a:rPr lang="ko-KR" altLang="en-US" sz="1100"/>
              <a:t>가 프로젝트에 설치가 진행되면서 테마가 변경된다</a:t>
            </a:r>
            <a:r>
              <a:rPr lang="en-US" altLang="ko-KR" sz="1100"/>
              <a:t>.</a:t>
            </a: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/>
              <a:t>※ Theme</a:t>
            </a:r>
            <a:r>
              <a:rPr lang="ko-KR" altLang="en-US" sz="1100"/>
              <a:t>가 변경되지 않으면 </a:t>
            </a:r>
            <a:r>
              <a:rPr lang="en-US" altLang="ko-KR" sz="1100"/>
              <a:t>Tweakcn</a:t>
            </a:r>
            <a:r>
              <a:rPr lang="ko-KR" altLang="en-US" sz="1100"/>
              <a:t>이 지원하는 </a:t>
            </a:r>
            <a:br>
              <a:rPr lang="en-US" altLang="ko-KR" sz="1100"/>
            </a:br>
            <a:r>
              <a:rPr lang="en-US" altLang="ko-KR" sz="1100"/>
              <a:t>    Shadcn</a:t>
            </a:r>
            <a:r>
              <a:rPr lang="ko-KR" altLang="en-US" sz="1100"/>
              <a:t> 그리고 </a:t>
            </a:r>
            <a:r>
              <a:rPr lang="en-US" altLang="ko-KR" sz="1100"/>
              <a:t>Next.js</a:t>
            </a:r>
            <a:r>
              <a:rPr lang="ko-KR" altLang="en-US" sz="1100"/>
              <a:t>의 버전이 달라서 일 수 있음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5013291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141</Words>
  <Application>Microsoft Office PowerPoint</Application>
  <PresentationFormat>와이드스크린</PresentationFormat>
  <Paragraphs>12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Wingdings</vt:lpstr>
      <vt:lpstr>추억</vt:lpstr>
      <vt:lpstr>tweakcn (shadcnUI 테마 커스텀)</vt:lpstr>
      <vt:lpstr>Tweakcn 사이트 접속</vt:lpstr>
      <vt:lpstr>Tweakcn – 테마 변경 </vt:lpstr>
      <vt:lpstr>Tweakcn – 컴포넌트 변경</vt:lpstr>
      <vt:lpstr>Tweakcn – 테마 프로젝트 적용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9</cp:revision>
  <dcterms:created xsi:type="dcterms:W3CDTF">2026-07-07T06:55:04Z</dcterms:created>
  <dcterms:modified xsi:type="dcterms:W3CDTF">2026-07-07T07:13:48Z</dcterms:modified>
</cp:coreProperties>
</file>