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60" r:id="rId3"/>
    <p:sldId id="261" r:id="rId4"/>
    <p:sldId id="259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7BEE9F-CD03-4DB0-A8CA-46EA19AA5AFB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994DF-BA69-46F1-98C4-74B18ABD6B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70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994DF-BA69-46F1-98C4-74B18ABD6B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005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01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6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40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46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10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76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00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38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8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95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66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3C1D3C3-A7BD-4E4F-991F-E771BB3222FA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F6F0DB-6702-43D3-BF79-855FCBA95C7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16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A54C0-B903-66C3-B3A9-200C3CA9BA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Plugin </a:t>
            </a:r>
            <a:r>
              <a:rPr lang="ko-KR" altLang="en-US"/>
              <a:t>기능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11DC91-81CA-52F7-8A36-8BB39CEF48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Claude code</a:t>
            </a:r>
            <a:r>
              <a:rPr lang="ko-KR" altLang="en-US"/>
              <a:t>에서 설정한 </a:t>
            </a:r>
            <a:br>
              <a:rPr lang="en-US" altLang="ko-KR"/>
            </a:br>
            <a:r>
              <a:rPr lang="ko-KR" altLang="en-US"/>
              <a:t>커스텀 커맨드</a:t>
            </a:r>
            <a:r>
              <a:rPr lang="en-US" altLang="ko-KR"/>
              <a:t>,subagent, claude.md, hook, mcp</a:t>
            </a:r>
            <a:r>
              <a:rPr lang="ko-KR" altLang="en-US"/>
              <a:t>환경을 </a:t>
            </a:r>
            <a:br>
              <a:rPr lang="en-US" altLang="ko-KR"/>
            </a:br>
            <a:r>
              <a:rPr lang="ko-KR" altLang="en-US"/>
              <a:t>공유 및 재사용</a:t>
            </a:r>
          </a:p>
        </p:txBody>
      </p:sp>
    </p:spTree>
    <p:extLst>
      <p:ext uri="{BB962C8B-B14F-4D97-AF65-F5344CB8AC3E}">
        <p14:creationId xmlns:p14="http://schemas.microsoft.com/office/powerpoint/2010/main" val="14538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A37FCA9-8FD4-173F-A42C-AF5E1A974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31" y="337008"/>
            <a:ext cx="10891101" cy="612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42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4A01AA-C6E3-C7A5-523C-625313AD6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28" y="164085"/>
            <a:ext cx="10991655" cy="618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8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EACC2-BEC2-8C67-7ED7-11CA0343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Plugin </a:t>
            </a:r>
            <a:r>
              <a:rPr lang="ko-KR" altLang="en-US"/>
              <a:t>설치 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3FAAC0E-AF33-6987-57E5-F81BF58961D9}"/>
              </a:ext>
            </a:extLst>
          </p:cNvPr>
          <p:cNvGrpSpPr/>
          <p:nvPr/>
        </p:nvGrpSpPr>
        <p:grpSpPr>
          <a:xfrm>
            <a:off x="1097280" y="2007909"/>
            <a:ext cx="8326823" cy="3333940"/>
            <a:chOff x="1097280" y="2007909"/>
            <a:chExt cx="8326823" cy="333394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977318F-759E-B1FF-9FBA-9B56D5520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007909"/>
              <a:ext cx="8326823" cy="333394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A7EA6AF-B379-441A-7798-29BEB597F6FB}"/>
                </a:ext>
              </a:extLst>
            </p:cNvPr>
            <p:cNvSpPr/>
            <p:nvPr/>
          </p:nvSpPr>
          <p:spPr>
            <a:xfrm>
              <a:off x="2667786" y="4185501"/>
              <a:ext cx="6627043" cy="5656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3EFB20A-5C84-EDD9-426D-89C9E744C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009" y="4891247"/>
            <a:ext cx="3473711" cy="14423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1308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3794F-FB74-8474-1189-E36EA31E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Plugin </a:t>
            </a:r>
            <a:r>
              <a:rPr lang="ko-KR" altLang="en-US"/>
              <a:t>설치 </a:t>
            </a:r>
            <a:r>
              <a:rPr lang="en-US" altLang="ko-KR"/>
              <a:t>-2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954162B-30B3-6791-6EC1-132AB9C6F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3523"/>
            <a:ext cx="3473711" cy="1442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94AEDFE-08EC-CDDF-9310-2D79AED47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657" y="1893523"/>
            <a:ext cx="4896533" cy="22672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25FC62-6491-197C-0C62-047EB2C55939}"/>
              </a:ext>
            </a:extLst>
          </p:cNvPr>
          <p:cNvSpPr txBox="1"/>
          <p:nvPr/>
        </p:nvSpPr>
        <p:spPr>
          <a:xfrm>
            <a:off x="1097280" y="3667027"/>
            <a:ext cx="347371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※ IDE</a:t>
            </a:r>
            <a:r>
              <a:rPr lang="ko-KR" altLang="en-US" sz="1100"/>
              <a:t> </a:t>
            </a:r>
            <a:r>
              <a:rPr lang="en-US" altLang="ko-KR" sz="1100"/>
              <a:t>GUI</a:t>
            </a:r>
            <a:r>
              <a:rPr lang="ko-KR" altLang="en-US" sz="1100"/>
              <a:t> 환경 </a:t>
            </a:r>
            <a:r>
              <a:rPr lang="en-US" altLang="ko-KR" sz="1100"/>
              <a:t>Claude Code </a:t>
            </a:r>
            <a:r>
              <a:rPr lang="ko-KR" altLang="en-US" sz="1100"/>
              <a:t>에선 지원하지 않음</a:t>
            </a:r>
            <a:br>
              <a:rPr lang="en-US" altLang="ko-KR" sz="1100"/>
            </a:br>
            <a:r>
              <a:rPr lang="en-US" altLang="ko-KR" sz="1100"/>
              <a:t>1. </a:t>
            </a:r>
            <a:r>
              <a:rPr lang="ko-KR" altLang="en-US" sz="1100"/>
              <a:t>프로젝트 터미널 경로에서 클로드 코드 실행</a:t>
            </a:r>
            <a:br>
              <a:rPr lang="en-US" altLang="ko-KR" sz="1100"/>
            </a:br>
            <a:r>
              <a:rPr lang="en-US" altLang="ko-KR" sz="1100"/>
              <a:t>2. Plugin </a:t>
            </a:r>
            <a:r>
              <a:rPr lang="ko-KR" altLang="en-US" sz="1100"/>
              <a:t>설치 명령어 입력</a:t>
            </a:r>
          </a:p>
        </p:txBody>
      </p:sp>
    </p:spTree>
    <p:extLst>
      <p:ext uri="{BB962C8B-B14F-4D97-AF65-F5344CB8AC3E}">
        <p14:creationId xmlns:p14="http://schemas.microsoft.com/office/powerpoint/2010/main" val="4015805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C2A81-14D6-310E-D7B2-394E1CF4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추천 </a:t>
            </a:r>
            <a:r>
              <a:rPr lang="en-US" altLang="ko-KR"/>
              <a:t>Plugin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52CA9D-7B5B-25C9-91EA-3D189DC8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52932"/>
            <a:ext cx="828791" cy="342948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4487F27-1ED8-F2C2-1982-D6079318506A}"/>
              </a:ext>
            </a:extLst>
          </p:cNvPr>
          <p:cNvGrpSpPr/>
          <p:nvPr/>
        </p:nvGrpSpPr>
        <p:grpSpPr>
          <a:xfrm>
            <a:off x="1097281" y="2311453"/>
            <a:ext cx="3889498" cy="1450757"/>
            <a:chOff x="1097280" y="2311452"/>
            <a:chExt cx="5068007" cy="211484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B951288-B846-6671-E36E-5D4F60CFB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2311452"/>
              <a:ext cx="5068007" cy="211484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23A1013-4634-3225-0153-E7425FD6F646}"/>
                </a:ext>
              </a:extLst>
            </p:cNvPr>
            <p:cNvSpPr/>
            <p:nvPr/>
          </p:nvSpPr>
          <p:spPr>
            <a:xfrm>
              <a:off x="1357460" y="3429000"/>
              <a:ext cx="4738540" cy="5679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58DE3B8-5BB3-9E7C-D47D-E98F4A09D55B}"/>
              </a:ext>
            </a:extLst>
          </p:cNvPr>
          <p:cNvSpPr txBox="1"/>
          <p:nvPr/>
        </p:nvSpPr>
        <p:spPr>
          <a:xfrm>
            <a:off x="4986779" y="2311453"/>
            <a:ext cx="569755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feature-dev</a:t>
            </a:r>
            <a:r>
              <a:rPr lang="ko-KR" altLang="en-US" sz="1100"/>
              <a:t> </a:t>
            </a:r>
            <a:r>
              <a:rPr lang="en-US" altLang="ko-KR" sz="1100"/>
              <a:t>:</a:t>
            </a:r>
            <a:r>
              <a:rPr lang="ko-KR" altLang="en-US" sz="1100"/>
              <a:t>  새로운 기능 개발시</a:t>
            </a:r>
            <a:r>
              <a:rPr lang="en-US" altLang="ko-KR" sz="1100"/>
              <a:t>, </a:t>
            </a:r>
            <a:r>
              <a:rPr lang="ko-KR" altLang="en-US" sz="1100"/>
              <a:t>프로젝트 탐색 부터 아키텍쳐 설계 코드리뷰까지 체계적으로 진행해주는 플러그 인</a:t>
            </a:r>
            <a:endParaRPr lang="en-US" altLang="ko-KR" sz="1100"/>
          </a:p>
          <a:p>
            <a:r>
              <a:rPr lang="en-US" altLang="ko-KR" sz="1100"/>
              <a:t>frontend-design : </a:t>
            </a:r>
            <a:r>
              <a:rPr lang="ko-KR" altLang="en-US" sz="1100"/>
              <a:t>프론트엔드 개발시 일반적인 </a:t>
            </a:r>
            <a:r>
              <a:rPr lang="en-US" altLang="ko-KR" sz="1100"/>
              <a:t>AI </a:t>
            </a:r>
            <a:r>
              <a:rPr lang="ko-KR" altLang="en-US" sz="1100"/>
              <a:t>스타일이 아닌 독특하고 개성있는 </a:t>
            </a:r>
            <a:br>
              <a:rPr lang="en-US" altLang="ko-KR" sz="1100"/>
            </a:br>
            <a:r>
              <a:rPr lang="ko-KR" altLang="en-US" sz="1100"/>
              <a:t>디자인을 자동으로 생성해주는 플러그인</a:t>
            </a:r>
            <a:endParaRPr lang="en-US" altLang="ko-KR" sz="1100"/>
          </a:p>
          <a:p>
            <a:r>
              <a:rPr lang="en-US" altLang="ko-KR" sz="1100"/>
              <a:t>hookify</a:t>
            </a:r>
            <a:endParaRPr lang="ko-KR" altLang="en-US" sz="110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46748D2-6310-7041-A63D-E7CB309DB61F}"/>
              </a:ext>
            </a:extLst>
          </p:cNvPr>
          <p:cNvGrpSpPr/>
          <p:nvPr/>
        </p:nvGrpSpPr>
        <p:grpSpPr>
          <a:xfrm>
            <a:off x="1097280" y="3877783"/>
            <a:ext cx="4320019" cy="2886649"/>
            <a:chOff x="1097280" y="3877783"/>
            <a:chExt cx="4320019" cy="288664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418A972-7521-95E5-1281-3D00F7AA1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280" y="3877783"/>
              <a:ext cx="4320019" cy="2886649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D5CE786-E893-4B64-6C95-CB281F128059}"/>
                </a:ext>
              </a:extLst>
            </p:cNvPr>
            <p:cNvSpPr/>
            <p:nvPr/>
          </p:nvSpPr>
          <p:spPr>
            <a:xfrm>
              <a:off x="1187777" y="6495068"/>
              <a:ext cx="4147794" cy="26936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09E910-2685-99AF-B40F-C7100C08EFE3}"/>
              </a:ext>
            </a:extLst>
          </p:cNvPr>
          <p:cNvSpPr txBox="1"/>
          <p:nvPr/>
        </p:nvSpPr>
        <p:spPr>
          <a:xfrm>
            <a:off x="5524107" y="3877783"/>
            <a:ext cx="54801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스페이스 바로 설치할 플러그인 선택 후</a:t>
            </a:r>
            <a:r>
              <a:rPr lang="en-US" altLang="ko-KR" sz="1100"/>
              <a:t>, </a:t>
            </a:r>
            <a:r>
              <a:rPr lang="ko-KR" altLang="en-US" sz="1100"/>
              <a:t>하단에 나온 문구를 살펴보면 </a:t>
            </a:r>
            <a:r>
              <a:rPr lang="en-US" altLang="ko-KR" sz="1100"/>
              <a:t>i</a:t>
            </a:r>
            <a:r>
              <a:rPr lang="ko-KR" altLang="en-US" sz="1100"/>
              <a:t>를 클릭시 인스톨이 된다는걸 알 수 있다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5A58429-4FE7-8A36-9EAE-688D07EE9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423" y="4383754"/>
            <a:ext cx="4620270" cy="552527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1E50F36A-6ACC-2678-C3A4-C6DC25308CE3}"/>
              </a:ext>
            </a:extLst>
          </p:cNvPr>
          <p:cNvGrpSpPr/>
          <p:nvPr/>
        </p:nvGrpSpPr>
        <p:grpSpPr>
          <a:xfrm>
            <a:off x="5507796" y="5011365"/>
            <a:ext cx="3485375" cy="1768933"/>
            <a:chOff x="5507796" y="5011365"/>
            <a:chExt cx="3485375" cy="1768933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66C7B2B-5A64-D88A-94C8-041F0102D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07796" y="5011365"/>
              <a:ext cx="3485375" cy="1768933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EB4BCFC-91EF-943F-A6B7-2CF81E46FC20}"/>
                </a:ext>
              </a:extLst>
            </p:cNvPr>
            <p:cNvSpPr/>
            <p:nvPr/>
          </p:nvSpPr>
          <p:spPr>
            <a:xfrm>
              <a:off x="5683792" y="6064181"/>
              <a:ext cx="3233965" cy="4308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10E20C5-2ECB-E4BD-5566-1EDDBB1C23E5}"/>
              </a:ext>
            </a:extLst>
          </p:cNvPr>
          <p:cNvSpPr txBox="1"/>
          <p:nvPr/>
        </p:nvSpPr>
        <p:spPr>
          <a:xfrm>
            <a:off x="8993171" y="5011365"/>
            <a:ext cx="3101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인스톨 된 정보 확인</a:t>
            </a:r>
          </a:p>
        </p:txBody>
      </p:sp>
    </p:spTree>
    <p:extLst>
      <p:ext uri="{BB962C8B-B14F-4D97-AF65-F5344CB8AC3E}">
        <p14:creationId xmlns:p14="http://schemas.microsoft.com/office/powerpoint/2010/main" val="278242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BA934-39DD-DFD2-E703-B7FEE6BB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Plugin </a:t>
            </a:r>
            <a:r>
              <a:rPr lang="ko-KR" altLang="en-US"/>
              <a:t>상세 정보 확인</a:t>
            </a:r>
            <a:r>
              <a:rPr lang="en-US" altLang="ko-KR"/>
              <a:t>-1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58D39DB-3470-749F-9EF1-DF8401F16593}"/>
              </a:ext>
            </a:extLst>
          </p:cNvPr>
          <p:cNvGrpSpPr/>
          <p:nvPr/>
        </p:nvGrpSpPr>
        <p:grpSpPr>
          <a:xfrm>
            <a:off x="282761" y="1903919"/>
            <a:ext cx="4820323" cy="1409897"/>
            <a:chOff x="282761" y="1903919"/>
            <a:chExt cx="4820323" cy="140989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C82FE87-48D0-76CF-3ADA-2C19F8A2F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761" y="1903919"/>
              <a:ext cx="4820323" cy="140989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7DFD6B6-A3EC-EAB1-9B66-EBE9436642F7}"/>
                </a:ext>
              </a:extLst>
            </p:cNvPr>
            <p:cNvSpPr/>
            <p:nvPr/>
          </p:nvSpPr>
          <p:spPr>
            <a:xfrm>
              <a:off x="2611225" y="2608867"/>
              <a:ext cx="1866507" cy="3888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00EECC-C516-694A-449E-94E894C19A71}"/>
              </a:ext>
            </a:extLst>
          </p:cNvPr>
          <p:cNvSpPr txBox="1"/>
          <p:nvPr/>
        </p:nvSpPr>
        <p:spPr>
          <a:xfrm>
            <a:off x="5103084" y="2628392"/>
            <a:ext cx="3827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git hub </a:t>
            </a:r>
            <a:r>
              <a:rPr lang="ko-KR" altLang="en-US" sz="1400"/>
              <a:t>주소를 나타냄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BD768D9-A793-EEAD-39C2-4D66B164C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61" y="3426643"/>
            <a:ext cx="3134162" cy="9716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ADCFDC5-38F5-955A-D772-9056B2945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61" y="4511156"/>
            <a:ext cx="1276528" cy="647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56D011D-C74D-D558-70A5-BC623FD0D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848" y="1903920"/>
            <a:ext cx="1724231" cy="46941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608091D-B9DE-9F4E-E200-940E3F17CA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840" y="1897864"/>
            <a:ext cx="2234246" cy="4673533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D77F5B-8038-8777-1612-C97214FCC8AF}"/>
              </a:ext>
            </a:extLst>
          </p:cNvPr>
          <p:cNvSpPr/>
          <p:nvPr/>
        </p:nvSpPr>
        <p:spPr>
          <a:xfrm>
            <a:off x="7050848" y="4511156"/>
            <a:ext cx="782826" cy="3077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501329C-82FA-DAF5-5704-D7615064EF1A}"/>
              </a:ext>
            </a:extLst>
          </p:cNvPr>
          <p:cNvSpPr/>
          <p:nvPr/>
        </p:nvSpPr>
        <p:spPr>
          <a:xfrm>
            <a:off x="9286572" y="5408274"/>
            <a:ext cx="1196034" cy="2572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716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80E8-6159-F061-F744-B84628A9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DF412-85F1-EA79-1D54-67E94274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Plugin </a:t>
            </a:r>
            <a:r>
              <a:rPr lang="ko-KR" altLang="en-US"/>
              <a:t>상세 정보 확인</a:t>
            </a:r>
            <a:r>
              <a:rPr lang="en-US" altLang="ko-KR"/>
              <a:t>-2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94D4F9C-8A00-1426-CE04-4BA1ED8FBCC1}"/>
              </a:ext>
            </a:extLst>
          </p:cNvPr>
          <p:cNvGrpSpPr/>
          <p:nvPr/>
        </p:nvGrpSpPr>
        <p:grpSpPr>
          <a:xfrm>
            <a:off x="357479" y="1809835"/>
            <a:ext cx="4887007" cy="2276793"/>
            <a:chOff x="357479" y="1809835"/>
            <a:chExt cx="4887007" cy="227679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1108158-613E-A3EB-9834-84A28EE7E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479" y="1809835"/>
              <a:ext cx="4887007" cy="2276793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A130FCC-29AE-4CE7-7FB1-00508A6BE819}"/>
                </a:ext>
              </a:extLst>
            </p:cNvPr>
            <p:cNvSpPr/>
            <p:nvPr/>
          </p:nvSpPr>
          <p:spPr>
            <a:xfrm>
              <a:off x="621767" y="3778851"/>
              <a:ext cx="933656" cy="2275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1924ACA8-CA24-F4A1-1EB3-E8E983600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145" y="1857916"/>
            <a:ext cx="5205156" cy="43343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D86A180-34EB-EA7C-6C6C-FCA57A5C66AF}"/>
              </a:ext>
            </a:extLst>
          </p:cNvPr>
          <p:cNvSpPr txBox="1"/>
          <p:nvPr/>
        </p:nvSpPr>
        <p:spPr>
          <a:xfrm>
            <a:off x="7301856" y="609506"/>
            <a:ext cx="46224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ko-KR" altLang="en-US" sz="1200" b="1">
                <a:solidFill>
                  <a:srgbClr val="FF0000"/>
                </a:solidFill>
              </a:rPr>
            </a:br>
            <a:r>
              <a:rPr lang="en-US" altLang="ko-KR" sz="1200" b="1">
                <a:solidFill>
                  <a:srgbClr val="FF0000"/>
                </a:solidFill>
              </a:rPr>
              <a:t>description 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이 스킬은 사용자가 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"hookify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규칙 생성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(create a hookify rule)", "hook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규칙 작성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(write a hook rule)", "hookify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설정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(configure hookify)", "hookify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규칙 추가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(add a hookify rule)"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를 요청하거나 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hookify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규칙 구문 및 패턴에 대한 안내가 필요할 때 사용해야 합니다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200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8912D-5A7C-C0A3-5255-DC357C33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B19A8-F60D-A2C6-AF21-B2B42D4F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Plugin </a:t>
            </a:r>
            <a:r>
              <a:rPr lang="ko-KR" altLang="en-US"/>
              <a:t>상세 정보 확인</a:t>
            </a:r>
            <a:r>
              <a:rPr lang="en-US" altLang="ko-KR"/>
              <a:t>-3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EA29A9C-5F4A-BF24-01D3-98DA611057CD}"/>
              </a:ext>
            </a:extLst>
          </p:cNvPr>
          <p:cNvGrpSpPr/>
          <p:nvPr/>
        </p:nvGrpSpPr>
        <p:grpSpPr>
          <a:xfrm>
            <a:off x="357479" y="1809835"/>
            <a:ext cx="4887007" cy="2276793"/>
            <a:chOff x="357479" y="1809835"/>
            <a:chExt cx="4887007" cy="227679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D0A5AE7-A42F-3B8C-1CD6-8C3FB1163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479" y="1809835"/>
              <a:ext cx="4887007" cy="2276793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BF0031C-078B-BE69-3D51-6505F7ACF024}"/>
                </a:ext>
              </a:extLst>
            </p:cNvPr>
            <p:cNvSpPr/>
            <p:nvPr/>
          </p:nvSpPr>
          <p:spPr>
            <a:xfrm>
              <a:off x="621767" y="3778851"/>
              <a:ext cx="933656" cy="2275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BAB4D061-B9AE-C0DD-4617-1EACA10C4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145" y="1857916"/>
            <a:ext cx="5205156" cy="43343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E719DF-E8D1-8852-117B-688E13681DEC}"/>
              </a:ext>
            </a:extLst>
          </p:cNvPr>
          <p:cNvSpPr txBox="1"/>
          <p:nvPr/>
        </p:nvSpPr>
        <p:spPr>
          <a:xfrm>
            <a:off x="7301856" y="609506"/>
            <a:ext cx="46224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ko-KR" altLang="en-US" sz="1200" b="1">
                <a:solidFill>
                  <a:srgbClr val="FF0000"/>
                </a:solidFill>
              </a:rPr>
            </a:br>
            <a:r>
              <a:rPr lang="en-US" altLang="ko-KR" sz="1200" b="1">
                <a:solidFill>
                  <a:srgbClr val="FF0000"/>
                </a:solidFill>
              </a:rPr>
              <a:t>description 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이 스킬은 사용자가 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"hookify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규칙 생성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(create a hookify rule)", "hook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규칙 작성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(write a hook rule)", "hookify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설정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(configure hookify)", "hookify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규칙 추가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(add a hookify rule)"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를 요청하거나 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hookify </a:t>
            </a:r>
            <a:r>
              <a:rPr lang="ko-KR" altLang="en-US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규칙 구문 및 패턴에 대한 안내가 필요할 때 사용해야 합니다</a:t>
            </a:r>
            <a:r>
              <a:rPr lang="en-US" altLang="ko-KR" sz="1200" b="1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  <a:endParaRPr lang="ko-KR" altLang="en-US" sz="1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91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28CDC-B344-3126-8A13-1C6AE7B6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정리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26C9F1-287C-D638-6B0C-2AE353C3D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70" r="25085" b="64182"/>
          <a:stretch>
            <a:fillRect/>
          </a:stretch>
        </p:blipFill>
        <p:spPr>
          <a:xfrm>
            <a:off x="301657" y="1998808"/>
            <a:ext cx="4317477" cy="16682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35BB75-9CFB-0249-017B-C2DF38B1CE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10" t="14296" r="12011" b="56426"/>
          <a:stretch>
            <a:fillRect/>
          </a:stretch>
        </p:blipFill>
        <p:spPr>
          <a:xfrm>
            <a:off x="301658" y="3761295"/>
            <a:ext cx="4941591" cy="12820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C33B356-E6D5-9866-F980-0386E1CD4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862" y="1862707"/>
            <a:ext cx="4364033" cy="245476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9B1AA7-F897-62B9-86A2-FF7C28F8C5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7191"/>
          <a:stretch>
            <a:fillRect/>
          </a:stretch>
        </p:blipFill>
        <p:spPr>
          <a:xfrm>
            <a:off x="5358195" y="1862707"/>
            <a:ext cx="1993461" cy="491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147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166</TotalTime>
  <Words>254</Words>
  <Application>Microsoft Office PowerPoint</Application>
  <PresentationFormat>와이드스크린</PresentationFormat>
  <Paragraphs>19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Wingdings</vt:lpstr>
      <vt:lpstr>추억</vt:lpstr>
      <vt:lpstr>Plugin 기능</vt:lpstr>
      <vt:lpstr>PowerPoint 프레젠테이션</vt:lpstr>
      <vt:lpstr>PowerPoint 프레젠테이션</vt:lpstr>
      <vt:lpstr>Plugin 설치 -1</vt:lpstr>
      <vt:lpstr>Plugin 설치 -2</vt:lpstr>
      <vt:lpstr>추천 Plugin</vt:lpstr>
      <vt:lpstr>Plugin 상세 정보 확인-1</vt:lpstr>
      <vt:lpstr>Plugin 상세 정보 확인-2</vt:lpstr>
      <vt:lpstr>Plugin 상세 정보 확인-3</vt:lpstr>
      <vt:lpstr>실습 정리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12</cp:revision>
  <dcterms:created xsi:type="dcterms:W3CDTF">2026-07-07T09:52:45Z</dcterms:created>
  <dcterms:modified xsi:type="dcterms:W3CDTF">2026-07-07T12:39:05Z</dcterms:modified>
</cp:coreProperties>
</file>