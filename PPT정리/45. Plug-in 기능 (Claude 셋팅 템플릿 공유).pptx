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8" r:id="rId2"/>
    <p:sldId id="260" r:id="rId3"/>
    <p:sldId id="261" r:id="rId4"/>
    <p:sldId id="259" r:id="rId5"/>
    <p:sldId id="262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10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7BEE9F-CD03-4DB0-A8CA-46EA19AA5AFB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E994DF-BA69-46F1-98C4-74B18ABD6B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7072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E994DF-BA69-46F1-98C4-74B18ABD6B3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0058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0014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361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14014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4463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41006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0765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009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2387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2483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0954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669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3C1D3C3-A7BD-4E4F-991F-E771BB3222FA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EEF6F0DB-6702-43D3-BF79-855FCBA95C7A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166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7A54C0-B903-66C3-B3A9-200C3CA9BA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Plugin </a:t>
            </a:r>
            <a:r>
              <a:rPr lang="ko-KR" altLang="en-US"/>
              <a:t>기능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211DC91-81CA-52F7-8A36-8BB39CEF48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ko-KR"/>
              <a:t>Claude code</a:t>
            </a:r>
            <a:r>
              <a:rPr lang="ko-KR" altLang="en-US"/>
              <a:t>에서 설정한 </a:t>
            </a:r>
            <a:br>
              <a:rPr lang="en-US" altLang="ko-KR"/>
            </a:br>
            <a:r>
              <a:rPr lang="ko-KR" altLang="en-US"/>
              <a:t>커스텀 커맨드</a:t>
            </a:r>
            <a:r>
              <a:rPr lang="en-US" altLang="ko-KR"/>
              <a:t>,subagent, claude.md, hook, mcp</a:t>
            </a:r>
            <a:r>
              <a:rPr lang="ko-KR" altLang="en-US"/>
              <a:t>환경을 </a:t>
            </a:r>
            <a:br>
              <a:rPr lang="en-US" altLang="ko-KR"/>
            </a:br>
            <a:r>
              <a:rPr lang="ko-KR" altLang="en-US"/>
              <a:t>공유 및 재사용</a:t>
            </a:r>
          </a:p>
        </p:txBody>
      </p:sp>
    </p:spTree>
    <p:extLst>
      <p:ext uri="{BB962C8B-B14F-4D97-AF65-F5344CB8AC3E}">
        <p14:creationId xmlns:p14="http://schemas.microsoft.com/office/powerpoint/2010/main" val="1453851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2A37FCA9-8FD4-173F-A42C-AF5E1A9749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331" y="337008"/>
            <a:ext cx="10891101" cy="6126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642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704A01AA-C6E3-C7A5-523C-625313AD6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728" y="164085"/>
            <a:ext cx="10991655" cy="6182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684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0EACC2-BEC2-8C67-7ED7-11CA03435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Plugin </a:t>
            </a:r>
            <a:r>
              <a:rPr lang="ko-KR" altLang="en-US"/>
              <a:t>설치 </a:t>
            </a:r>
            <a:r>
              <a:rPr lang="en-US" altLang="ko-KR"/>
              <a:t>-1</a:t>
            </a:r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A3FAAC0E-AF33-6987-57E5-F81BF58961D9}"/>
              </a:ext>
            </a:extLst>
          </p:cNvPr>
          <p:cNvGrpSpPr/>
          <p:nvPr/>
        </p:nvGrpSpPr>
        <p:grpSpPr>
          <a:xfrm>
            <a:off x="1097280" y="2007909"/>
            <a:ext cx="8326823" cy="3333940"/>
            <a:chOff x="1097280" y="2007909"/>
            <a:chExt cx="8326823" cy="333394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977318F-759E-B1FF-9FBA-9B56D5520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97280" y="2007909"/>
              <a:ext cx="8326823" cy="3333940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A7EA6AF-B379-441A-7798-29BEB597F6FB}"/>
                </a:ext>
              </a:extLst>
            </p:cNvPr>
            <p:cNvSpPr/>
            <p:nvPr/>
          </p:nvSpPr>
          <p:spPr>
            <a:xfrm>
              <a:off x="2667786" y="4185501"/>
              <a:ext cx="6627043" cy="5656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61308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13794F-FB74-8474-1189-E36EA31EC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Plugin </a:t>
            </a:r>
            <a:r>
              <a:rPr lang="ko-KR" altLang="en-US"/>
              <a:t>설치 </a:t>
            </a:r>
            <a:r>
              <a:rPr lang="en-US" altLang="ko-KR"/>
              <a:t>-2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5805715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</TotalTime>
  <Words>33</Words>
  <Application>Microsoft Office PowerPoint</Application>
  <PresentationFormat>와이드스크린</PresentationFormat>
  <Paragraphs>5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Calibri</vt:lpstr>
      <vt:lpstr>Calibri Light</vt:lpstr>
      <vt:lpstr>추억</vt:lpstr>
      <vt:lpstr>Plugin 기능</vt:lpstr>
      <vt:lpstr>PowerPoint 프레젠테이션</vt:lpstr>
      <vt:lpstr>PowerPoint 프레젠테이션</vt:lpstr>
      <vt:lpstr>Plugin 설치 -1</vt:lpstr>
      <vt:lpstr>Plugin 설치 -2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4</cp:revision>
  <dcterms:created xsi:type="dcterms:W3CDTF">2026-07-07T09:52:45Z</dcterms:created>
  <dcterms:modified xsi:type="dcterms:W3CDTF">2026-07-07T10:00:37Z</dcterms:modified>
</cp:coreProperties>
</file>