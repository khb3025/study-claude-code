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10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69053-01C2-426D-9876-5D9D573DC28B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491B7-B266-4928-9A63-61FAD9113021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912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69053-01C2-426D-9876-5D9D573DC28B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491B7-B266-4928-9A63-61FAD91130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35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69053-01C2-426D-9876-5D9D573DC28B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491B7-B266-4928-9A63-61FAD9113021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3614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69053-01C2-426D-9876-5D9D573DC28B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491B7-B266-4928-9A63-61FAD91130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8962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69053-01C2-426D-9876-5D9D573DC28B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491B7-B266-4928-9A63-61FAD91130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7076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69053-01C2-426D-9876-5D9D573DC28B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491B7-B266-4928-9A63-61FAD91130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9637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69053-01C2-426D-9876-5D9D573DC28B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491B7-B266-4928-9A63-61FAD91130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576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F069053-01C2-426D-9876-5D9D573DC28B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6D491B7-B266-4928-9A63-61FAD91130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413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69053-01C2-426D-9876-5D9D573DC28B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491B7-B266-4928-9A63-61FAD91130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0134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69053-01C2-426D-9876-5D9D573DC28B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491B7-B266-4928-9A63-61FAD91130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8825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69053-01C2-426D-9876-5D9D573DC28B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491B7-B266-4928-9A63-61FAD91130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9315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F069053-01C2-426D-9876-5D9D573DC28B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6D491B7-B266-4928-9A63-61FAD9113021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3202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EF69A0-49D9-72DD-A422-7E20751D3D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토큰 절약 방법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6D73FD0-E547-D6D4-F598-5B0384A626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349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F38834-62DE-33B3-7056-BEE210428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토큰 절약법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8B2454-88F4-52BC-84B9-572CF07B6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050"/>
              <a:t>-- </a:t>
            </a:r>
            <a:r>
              <a:rPr lang="ko-KR" altLang="en-US" sz="1050"/>
              <a:t>항상 </a:t>
            </a:r>
            <a:r>
              <a:rPr lang="en-US" altLang="ko-KR" sz="1050"/>
              <a:t>MCP TOOL SEARCH </a:t>
            </a:r>
            <a:r>
              <a:rPr lang="ko-KR" altLang="en-US" sz="1050"/>
              <a:t>기능을 활성화 시켜두는게 좋다</a:t>
            </a:r>
            <a:r>
              <a:rPr lang="en-US" altLang="ko-KR" sz="1050"/>
              <a:t>.</a:t>
            </a:r>
            <a:br>
              <a:rPr lang="en-US" altLang="ko-KR" sz="1050"/>
            </a:br>
            <a:r>
              <a:rPr lang="en-US" altLang="ko-KR" sz="1050"/>
              <a:t>※ context</a:t>
            </a:r>
            <a:r>
              <a:rPr lang="ko-KR" altLang="en-US" sz="1050"/>
              <a:t>에 로드 되는 </a:t>
            </a:r>
            <a:r>
              <a:rPr lang="en-US" altLang="ko-KR" sz="1050"/>
              <a:t>MCP </a:t>
            </a:r>
            <a:r>
              <a:rPr lang="ko-KR" altLang="en-US" sz="1050"/>
              <a:t>용량이 많아 질수록 </a:t>
            </a:r>
            <a:r>
              <a:rPr lang="en-US" altLang="ko-KR" sz="1050"/>
              <a:t>token</a:t>
            </a:r>
            <a:r>
              <a:rPr lang="ko-KR" altLang="en-US" sz="1050"/>
              <a:t>이 사용된다고 보면 된다</a:t>
            </a:r>
            <a:r>
              <a:rPr lang="en-US" altLang="ko-KR" sz="1050"/>
              <a:t>.</a:t>
            </a:r>
            <a:br>
              <a:rPr lang="en-US" altLang="ko-KR" sz="1050"/>
            </a:br>
            <a:r>
              <a:rPr lang="en-US" altLang="ko-KR" sz="1050"/>
              <a:t>     </a:t>
            </a:r>
            <a:r>
              <a:rPr lang="ko-KR" altLang="en-US" sz="1050"/>
              <a:t>기본적으로 </a:t>
            </a:r>
            <a:r>
              <a:rPr lang="en-US" altLang="ko-KR" sz="1050"/>
              <a:t>MCP </a:t>
            </a:r>
            <a:r>
              <a:rPr lang="ko-KR" altLang="en-US" sz="1050"/>
              <a:t>용량이 콘텍스트 크기의 </a:t>
            </a:r>
            <a:r>
              <a:rPr lang="en-US" altLang="ko-KR" sz="1050"/>
              <a:t>10</a:t>
            </a:r>
            <a:r>
              <a:rPr lang="ko-KR" altLang="en-US" sz="1050"/>
              <a:t>프로 이상 차지하면 활성화 되는 옵션이나</a:t>
            </a:r>
            <a:r>
              <a:rPr lang="en-US" altLang="ko-KR" sz="1050"/>
              <a:t>.</a:t>
            </a:r>
            <a:br>
              <a:rPr lang="en-US" altLang="ko-KR" sz="1050"/>
            </a:br>
            <a:r>
              <a:rPr lang="en-US" altLang="ko-KR" sz="1050"/>
              <a:t>     10</a:t>
            </a:r>
            <a:r>
              <a:rPr lang="ko-KR" altLang="en-US" sz="1050"/>
              <a:t>프로 이하일 때</a:t>
            </a:r>
            <a:r>
              <a:rPr lang="en-US" altLang="ko-KR" sz="1050"/>
              <a:t>, ON</a:t>
            </a:r>
            <a:r>
              <a:rPr lang="ko-KR" altLang="en-US" sz="1050"/>
              <a:t>되어있으면 필요할 때만 </a:t>
            </a:r>
            <a:r>
              <a:rPr lang="en-US" altLang="ko-KR" sz="1050"/>
              <a:t>MCP</a:t>
            </a:r>
            <a:r>
              <a:rPr lang="ko-KR" altLang="en-US" sz="1050"/>
              <a:t>의 필요한 도구만 가져옴으로써</a:t>
            </a:r>
            <a:r>
              <a:rPr lang="en-US" altLang="ko-KR" sz="1050"/>
              <a:t>, </a:t>
            </a:r>
            <a:r>
              <a:rPr lang="ko-KR" altLang="en-US" sz="1050"/>
              <a:t>토큰을 절약가능하다</a:t>
            </a:r>
            <a:r>
              <a:rPr lang="en-US" altLang="ko-KR" sz="1050"/>
              <a:t>.</a:t>
            </a:r>
            <a:br>
              <a:rPr lang="en-US" altLang="ko-KR" sz="1050"/>
            </a:br>
            <a:br>
              <a:rPr lang="en-US" altLang="ko-KR" sz="1050"/>
            </a:br>
            <a:r>
              <a:rPr lang="en-US" altLang="ko-KR" sz="1050"/>
              <a:t>   1. settings.local.json</a:t>
            </a:r>
            <a:br>
              <a:rPr lang="en-US" altLang="ko-KR" sz="1050"/>
            </a:br>
            <a:r>
              <a:rPr lang="en-US" altLang="ko-KR" sz="1050"/>
              <a:t>   “env” : {</a:t>
            </a:r>
          </a:p>
          <a:p>
            <a:pPr marL="201168" lvl="1" indent="0">
              <a:buNone/>
            </a:pPr>
            <a:r>
              <a:rPr lang="en-US" altLang="ko-KR" sz="1000"/>
              <a:t>	“ENABLE_TOOL_SEARCH”: ”true”</a:t>
            </a:r>
          </a:p>
          <a:p>
            <a:pPr marL="201168" lvl="1" indent="0">
              <a:buNone/>
            </a:pPr>
            <a:r>
              <a:rPr lang="en-US" altLang="ko-KR" sz="1050"/>
              <a:t>}</a:t>
            </a:r>
            <a:br>
              <a:rPr lang="en-US" altLang="ko-KR" sz="1050"/>
            </a:br>
            <a:endParaRPr lang="en-US" altLang="ko-KR" sz="1050"/>
          </a:p>
          <a:p>
            <a:pPr marL="201168" lvl="1" indent="0">
              <a:buNone/>
            </a:pPr>
            <a:r>
              <a:rPr lang="en-US" altLang="ko-KR" sz="1050"/>
              <a:t>2. </a:t>
            </a:r>
            <a:r>
              <a:rPr lang="ko-KR" altLang="en-US" sz="1050"/>
              <a:t>구체적인 지시 포괄적인 지시는 모든 프로젝트를 탐색하게 한다</a:t>
            </a:r>
            <a:r>
              <a:rPr lang="en-US" altLang="ko-KR" sz="1050"/>
              <a:t>.</a:t>
            </a:r>
            <a:br>
              <a:rPr lang="en-US" altLang="ko-KR" sz="1050"/>
            </a:br>
            <a:r>
              <a:rPr lang="en-US" altLang="ko-KR" sz="1050"/>
              <a:t>    - /path/to/productController.java </a:t>
            </a:r>
            <a:br>
              <a:rPr lang="en-US" altLang="ko-KR" sz="1050"/>
            </a:br>
            <a:r>
              <a:rPr lang="en-US" altLang="ko-KR" sz="1050"/>
              <a:t>    </a:t>
            </a:r>
            <a:r>
              <a:rPr lang="ko-KR" altLang="en-US" sz="1050"/>
              <a:t>상품 페이지가 안 떠 </a:t>
            </a:r>
            <a:r>
              <a:rPr lang="en-US" altLang="ko-KR" sz="1050">
                <a:sym typeface="Wingdings" panose="05000000000000000000" pitchFamily="2" charset="2"/>
              </a:rPr>
              <a:t> </a:t>
            </a:r>
            <a:r>
              <a:rPr lang="ko-KR" altLang="en-US" sz="1050">
                <a:sym typeface="Wingdings" panose="05000000000000000000" pitchFamily="2" charset="2"/>
              </a:rPr>
              <a:t>포괄적</a:t>
            </a:r>
            <a:br>
              <a:rPr lang="en-US" altLang="ko-KR" sz="1050"/>
            </a:br>
            <a:r>
              <a:rPr lang="en-US" altLang="ko-KR" sz="1050"/>
              <a:t>    </a:t>
            </a:r>
            <a:r>
              <a:rPr lang="ko-KR" altLang="en-US" sz="1050"/>
              <a:t>해당 경로의 상품 등록 페이지 이동 메서드가 </a:t>
            </a:r>
            <a:r>
              <a:rPr lang="en-US" altLang="ko-KR" sz="1050"/>
              <a:t>html</a:t>
            </a:r>
            <a:r>
              <a:rPr lang="ko-KR" altLang="en-US" sz="1050"/>
              <a:t>을 반환하지 않고 </a:t>
            </a:r>
            <a:r>
              <a:rPr lang="en-US" altLang="ko-KR" sz="1050"/>
              <a:t>404 </a:t>
            </a:r>
            <a:r>
              <a:rPr lang="ko-KR" altLang="en-US" sz="1050"/>
              <a:t>에러가 뜨고있어</a:t>
            </a:r>
            <a:r>
              <a:rPr lang="en-US" altLang="ko-KR" sz="1050"/>
              <a:t>. </a:t>
            </a:r>
            <a:r>
              <a:rPr lang="en-US" altLang="ko-KR" sz="1050">
                <a:sym typeface="Wingdings" panose="05000000000000000000" pitchFamily="2" charset="2"/>
              </a:rPr>
              <a:t> </a:t>
            </a:r>
            <a:r>
              <a:rPr lang="ko-KR" altLang="en-US" sz="1050">
                <a:sym typeface="Wingdings" panose="05000000000000000000" pitchFamily="2" charset="2"/>
              </a:rPr>
              <a:t>구체적</a:t>
            </a:r>
            <a:br>
              <a:rPr lang="en-US" altLang="ko-KR" sz="1050">
                <a:sym typeface="Wingdings" panose="05000000000000000000" pitchFamily="2" charset="2"/>
              </a:rPr>
            </a:br>
            <a:r>
              <a:rPr lang="en-US" altLang="ko-KR" sz="1050">
                <a:sym typeface="Wingdings" panose="05000000000000000000" pitchFamily="2" charset="2"/>
              </a:rPr>
              <a:t>    </a:t>
            </a:r>
            <a:r>
              <a:rPr lang="ko-KR" altLang="en-US" sz="1050"/>
              <a:t> </a:t>
            </a:r>
            <a:endParaRPr lang="en-US" altLang="ko-KR" sz="1050"/>
          </a:p>
          <a:p>
            <a:pPr marL="201168" lvl="1" indent="0">
              <a:buNone/>
            </a:pPr>
            <a:r>
              <a:rPr lang="en-US" altLang="ko-KR" sz="1050"/>
              <a:t>3. </a:t>
            </a:r>
            <a:r>
              <a:rPr lang="ko-KR" altLang="en-US" sz="1050"/>
              <a:t>작업을 완료하면</a:t>
            </a:r>
            <a:r>
              <a:rPr lang="en-US" altLang="ko-KR" sz="1050"/>
              <a:t>...</a:t>
            </a:r>
            <a:br>
              <a:rPr lang="en-US" altLang="ko-KR" sz="1050"/>
            </a:br>
            <a:r>
              <a:rPr lang="en-US" altLang="ko-KR" sz="1050"/>
              <a:t>     3.1 /rename “</a:t>
            </a:r>
            <a:r>
              <a:rPr lang="ko-KR" altLang="en-US" sz="1050"/>
              <a:t>회원가입 기능 완료</a:t>
            </a:r>
            <a:r>
              <a:rPr lang="en-US" altLang="ko-KR" sz="1050"/>
              <a:t>” </a:t>
            </a:r>
            <a:r>
              <a:rPr lang="en-US" altLang="ko-KR" sz="1050">
                <a:sym typeface="Wingdings" panose="05000000000000000000" pitchFamily="2" charset="2"/>
              </a:rPr>
              <a:t> </a:t>
            </a:r>
            <a:r>
              <a:rPr lang="ko-KR" altLang="en-US" sz="1050">
                <a:sym typeface="Wingdings" panose="05000000000000000000" pitchFamily="2" charset="2"/>
              </a:rPr>
              <a:t>작업에 대한 </a:t>
            </a:r>
            <a:r>
              <a:rPr lang="en-US" altLang="ko-KR" sz="1050">
                <a:sym typeface="Wingdings" panose="05000000000000000000" pitchFamily="2" charset="2"/>
              </a:rPr>
              <a:t>context</a:t>
            </a:r>
            <a:r>
              <a:rPr lang="ko-KR" altLang="en-US" sz="1050">
                <a:sym typeface="Wingdings" panose="05000000000000000000" pitchFamily="2" charset="2"/>
              </a:rPr>
              <a:t>를 세션으로 지정한 명칭으로 저장 </a:t>
            </a:r>
            <a:br>
              <a:rPr lang="en-US" altLang="ko-KR" sz="1050"/>
            </a:br>
            <a:r>
              <a:rPr lang="en-US" altLang="ko-KR" sz="1050"/>
              <a:t>     3.2 /clear </a:t>
            </a:r>
            <a:r>
              <a:rPr lang="en-US" altLang="ko-KR" sz="1050">
                <a:sym typeface="Wingdings" panose="05000000000000000000" pitchFamily="2" charset="2"/>
              </a:rPr>
              <a:t> </a:t>
            </a:r>
            <a:r>
              <a:rPr lang="ko-KR" altLang="en-US" sz="1050">
                <a:sym typeface="Wingdings" panose="05000000000000000000" pitchFamily="2" charset="2"/>
              </a:rPr>
              <a:t>콘텍스트 초기화</a:t>
            </a:r>
            <a:br>
              <a:rPr lang="en-US" altLang="ko-KR" sz="1050">
                <a:sym typeface="Wingdings" panose="05000000000000000000" pitchFamily="2" charset="2"/>
              </a:rPr>
            </a:br>
            <a:r>
              <a:rPr lang="en-US" altLang="ko-KR" sz="1050">
                <a:sym typeface="Wingdings" panose="05000000000000000000" pitchFamily="2" charset="2"/>
              </a:rPr>
              <a:t>     3.3 /resume</a:t>
            </a:r>
            <a:r>
              <a:rPr lang="ko-KR" altLang="en-US" sz="1050">
                <a:sym typeface="Wingdings" panose="05000000000000000000" pitchFamily="2" charset="2"/>
              </a:rPr>
              <a:t> </a:t>
            </a:r>
            <a:r>
              <a:rPr lang="en-US" altLang="ko-KR" sz="1050">
                <a:sym typeface="Wingdings" panose="05000000000000000000" pitchFamily="2" charset="2"/>
              </a:rPr>
              <a:t></a:t>
            </a:r>
            <a:r>
              <a:rPr lang="ko-KR" altLang="en-US" sz="1050">
                <a:sym typeface="Wingdings" panose="05000000000000000000" pitchFamily="2" charset="2"/>
              </a:rPr>
              <a:t> 지난 </a:t>
            </a:r>
            <a:r>
              <a:rPr lang="en-US" altLang="ko-KR" sz="1050">
                <a:sym typeface="Wingdings" panose="05000000000000000000" pitchFamily="2" charset="2"/>
              </a:rPr>
              <a:t>context </a:t>
            </a:r>
            <a:r>
              <a:rPr lang="ko-KR" altLang="en-US" sz="1050">
                <a:sym typeface="Wingdings" panose="05000000000000000000" pitchFamily="2" charset="2"/>
              </a:rPr>
              <a:t>참조 </a:t>
            </a:r>
            <a:r>
              <a:rPr lang="en-US" altLang="ko-KR" sz="1050">
                <a:sym typeface="Wingdings" panose="05000000000000000000" pitchFamily="2" charset="2"/>
              </a:rPr>
              <a:t>[</a:t>
            </a:r>
            <a:r>
              <a:rPr lang="ko-KR" altLang="en-US" sz="1050">
                <a:sym typeface="Wingdings" panose="05000000000000000000" pitchFamily="2" charset="2"/>
              </a:rPr>
              <a:t>필요할 경우</a:t>
            </a:r>
            <a:r>
              <a:rPr lang="en-US" altLang="ko-KR" sz="1050">
                <a:sym typeface="Wingdings" panose="05000000000000000000" pitchFamily="2" charset="2"/>
              </a:rPr>
              <a:t>]</a:t>
            </a:r>
            <a:br>
              <a:rPr lang="en-US" altLang="ko-KR" sz="1050">
                <a:sym typeface="Wingdings" panose="05000000000000000000" pitchFamily="2" charset="2"/>
              </a:rPr>
            </a:br>
            <a:r>
              <a:rPr lang="en-US" altLang="ko-KR" sz="1050">
                <a:sym typeface="Wingdings" panose="05000000000000000000" pitchFamily="2" charset="2"/>
              </a:rPr>
              <a:t>     3.4 /compact  </a:t>
            </a:r>
            <a:r>
              <a:rPr lang="ko-KR" altLang="en-US" sz="1050">
                <a:sym typeface="Wingdings" panose="05000000000000000000" pitchFamily="2" charset="2"/>
              </a:rPr>
              <a:t>세션을 종료하지 않고 </a:t>
            </a:r>
            <a:r>
              <a:rPr lang="en-US" altLang="ko-KR" sz="1050">
                <a:sym typeface="Wingdings" panose="05000000000000000000" pitchFamily="2" charset="2"/>
              </a:rPr>
              <a:t>Context</a:t>
            </a:r>
            <a:r>
              <a:rPr lang="ko-KR" altLang="en-US" sz="1050">
                <a:sym typeface="Wingdings" panose="05000000000000000000" pitchFamily="2" charset="2"/>
              </a:rPr>
              <a:t>를 요약하여 계속 작업을 진행하고 싶을 때</a:t>
            </a:r>
            <a:endParaRPr lang="en-US" altLang="ko-KR" sz="1050">
              <a:sym typeface="Wingdings" panose="05000000000000000000" pitchFamily="2" charset="2"/>
            </a:endParaRPr>
          </a:p>
          <a:p>
            <a:pPr marL="201168" lvl="1" indent="0">
              <a:buNone/>
            </a:pPr>
            <a:br>
              <a:rPr lang="en-US" altLang="ko-KR" sz="1050">
                <a:sym typeface="Wingdings" panose="05000000000000000000" pitchFamily="2" charset="2"/>
              </a:rPr>
            </a:br>
            <a:r>
              <a:rPr lang="en-US" altLang="ko-KR" sz="1050">
                <a:sym typeface="Wingdings" panose="05000000000000000000" pitchFamily="2" charset="2"/>
              </a:rPr>
              <a:t>4. Agent Skill </a:t>
            </a:r>
            <a:r>
              <a:rPr lang="ko-KR" altLang="en-US" sz="1050">
                <a:sym typeface="Wingdings" panose="05000000000000000000" pitchFamily="2" charset="2"/>
              </a:rPr>
              <a:t>사용 </a:t>
            </a:r>
            <a:r>
              <a:rPr lang="en-US" altLang="ko-KR" sz="1050">
                <a:sym typeface="Wingdings" panose="05000000000000000000" pitchFamily="2" charset="2"/>
              </a:rPr>
              <a:t> CLAUDE.md [ </a:t>
            </a:r>
            <a:r>
              <a:rPr lang="ko-KR" altLang="en-US" sz="1050">
                <a:sym typeface="Wingdings" panose="05000000000000000000" pitchFamily="2" charset="2"/>
              </a:rPr>
              <a:t>매 세션에 자동으로 항상 입력되어야할 프로젝트 규칙</a:t>
            </a:r>
            <a:r>
              <a:rPr lang="en-US" altLang="ko-KR" sz="1050">
                <a:sym typeface="Wingdings" panose="05000000000000000000" pitchFamily="2" charset="2"/>
              </a:rPr>
              <a:t>]</a:t>
            </a:r>
            <a:br>
              <a:rPr lang="en-US" altLang="ko-KR" sz="1050">
                <a:sym typeface="Wingdings" panose="05000000000000000000" pitchFamily="2" charset="2"/>
              </a:rPr>
            </a:br>
            <a:r>
              <a:rPr lang="en-US" altLang="ko-KR" sz="1050">
                <a:sym typeface="Wingdings" panose="05000000000000000000" pitchFamily="2" charset="2"/>
              </a:rPr>
              <a:t>                                       SKILL [ </a:t>
            </a:r>
            <a:r>
              <a:rPr lang="ko-KR" altLang="en-US" sz="1050">
                <a:sym typeface="Wingdings" panose="05000000000000000000" pitchFamily="2" charset="2"/>
              </a:rPr>
              <a:t>특정 작업에 대한 지시</a:t>
            </a:r>
            <a:r>
              <a:rPr lang="en-US" altLang="ko-KR" sz="1050">
                <a:sym typeface="Wingdings" panose="05000000000000000000" pitchFamily="2" charset="2"/>
              </a:rPr>
              <a:t>(</a:t>
            </a:r>
            <a:r>
              <a:rPr lang="ko-KR" altLang="en-US" sz="1050">
                <a:sym typeface="Wingdings" panose="05000000000000000000" pitchFamily="2" charset="2"/>
              </a:rPr>
              <a:t>메모리</a:t>
            </a:r>
            <a:r>
              <a:rPr lang="en-US" altLang="ko-KR" sz="1050">
                <a:sym typeface="Wingdings" panose="05000000000000000000" pitchFamily="2" charset="2"/>
              </a:rPr>
              <a:t>).md , CLAUDE.md</a:t>
            </a:r>
            <a:r>
              <a:rPr lang="ko-KR" altLang="en-US" sz="1050">
                <a:sym typeface="Wingdings" panose="05000000000000000000" pitchFamily="2" charset="2"/>
              </a:rPr>
              <a:t> 기술스택에서 전문적인 지식이 필요한 경우 공식문서 참조 시</a:t>
            </a:r>
            <a:r>
              <a:rPr lang="en-US" altLang="ko-KR" sz="1050">
                <a:sym typeface="Wingdings" panose="05000000000000000000" pitchFamily="2" charset="2"/>
              </a:rPr>
              <a:t>]</a:t>
            </a:r>
            <a:br>
              <a:rPr lang="en-US" altLang="ko-KR" sz="1050">
                <a:sym typeface="Wingdings" panose="05000000000000000000" pitchFamily="2" charset="2"/>
              </a:rPr>
            </a:br>
            <a:r>
              <a:rPr lang="en-US" altLang="ko-KR" sz="1050">
                <a:sym typeface="Wingdings" panose="05000000000000000000" pitchFamily="2" charset="2"/>
              </a:rPr>
              <a:t>5. AI model [ haiku/sonnet/opus ] </a:t>
            </a:r>
            <a:r>
              <a:rPr lang="ko-KR" altLang="en-US" sz="1050">
                <a:sym typeface="Wingdings" panose="05000000000000000000" pitchFamily="2" charset="2"/>
              </a:rPr>
              <a:t>설정 </a:t>
            </a:r>
            <a:r>
              <a:rPr lang="en-US" altLang="ko-KR" sz="1050">
                <a:sym typeface="Wingdings" panose="05000000000000000000" pitchFamily="2" charset="2"/>
              </a:rPr>
              <a:t>( MAX </a:t>
            </a:r>
            <a:r>
              <a:rPr lang="ko-KR" altLang="en-US" sz="1050">
                <a:sym typeface="Wingdings" panose="05000000000000000000" pitchFamily="2" charset="2"/>
              </a:rPr>
              <a:t>플랜의 경우 기본 </a:t>
            </a:r>
            <a:r>
              <a:rPr lang="en-US" altLang="ko-KR" sz="1050">
                <a:sym typeface="Wingdings" panose="05000000000000000000" pitchFamily="2" charset="2"/>
              </a:rPr>
              <a:t>opus </a:t>
            </a:r>
            <a:r>
              <a:rPr lang="ko-KR" altLang="en-US" sz="1050">
                <a:sym typeface="Wingdings" panose="05000000000000000000" pitchFamily="2" charset="2"/>
              </a:rPr>
              <a:t>그러나 복잡하지 않은 기능에선 </a:t>
            </a:r>
            <a:r>
              <a:rPr lang="en-US" altLang="ko-KR" sz="1050">
                <a:sym typeface="Wingdings" panose="05000000000000000000" pitchFamily="2" charset="2"/>
              </a:rPr>
              <a:t>sonne</a:t>
            </a:r>
            <a:r>
              <a:rPr lang="ko-KR" altLang="en-US" sz="1050">
                <a:sym typeface="Wingdings" panose="05000000000000000000" pitchFamily="2" charset="2"/>
              </a:rPr>
              <a:t>으로 충분하다</a:t>
            </a:r>
            <a:r>
              <a:rPr lang="en-US" altLang="ko-KR" sz="1050">
                <a:sym typeface="Wingdings" panose="05000000000000000000" pitchFamily="2" charset="2"/>
              </a:rPr>
              <a:t>. )</a:t>
            </a:r>
            <a:endParaRPr lang="en-US" altLang="ko-KR" sz="1050"/>
          </a:p>
        </p:txBody>
      </p:sp>
    </p:spTree>
    <p:extLst>
      <p:ext uri="{BB962C8B-B14F-4D97-AF65-F5344CB8AC3E}">
        <p14:creationId xmlns:p14="http://schemas.microsoft.com/office/powerpoint/2010/main" val="1017737810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</TotalTime>
  <Words>284</Words>
  <Application>Microsoft Office PowerPoint</Application>
  <PresentationFormat>와이드스크린</PresentationFormat>
  <Paragraphs>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Calibri</vt:lpstr>
      <vt:lpstr>Calibri Light</vt:lpstr>
      <vt:lpstr>Wingdings</vt:lpstr>
      <vt:lpstr>추억</vt:lpstr>
      <vt:lpstr>토큰 절약 방법</vt:lpstr>
      <vt:lpstr>토큰 절약법 정리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</cp:revision>
  <dcterms:created xsi:type="dcterms:W3CDTF">2026-07-07T14:02:39Z</dcterms:created>
  <dcterms:modified xsi:type="dcterms:W3CDTF">2026-07-07T14:22:36Z</dcterms:modified>
</cp:coreProperties>
</file>