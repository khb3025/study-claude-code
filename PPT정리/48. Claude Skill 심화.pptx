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30E9FE1-00D8-4927-9DE1-9DF8CD064462}">
          <p14:sldIdLst>
            <p14:sldId id="257"/>
          </p14:sldIdLst>
        </p14:section>
        <p14:section name="직접작성 vs Skill creator" id="{1C45E9F4-5DB3-41AE-A6B0-D89C9FF2B755}">
          <p14:sldIdLst>
            <p14:sldId id="258"/>
          </p14:sldIdLst>
        </p14:section>
        <p14:section name="나만의 PPT Maker Skill만들어보기" id="{C0726F36-AF8F-409F-82F1-31702E1490D0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플러그인 / 마켓플레이스" id="{95E9EE1D-4277-40A6-954D-75D0D0F2B023}">
          <p14:sldIdLst>
            <p14:sldId id="267"/>
            <p14:sldId id="268"/>
            <p14:sldId id="269"/>
            <p14:sldId id="270"/>
            <p14:sldId id="27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10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7B766-E1E8-4A44-A9A2-0C6247E1B688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E9D04-3781-41CD-BD3D-C9340917F259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719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7B766-E1E8-4A44-A9A2-0C6247E1B688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E9D04-3781-41CD-BD3D-C9340917F2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597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7B766-E1E8-4A44-A9A2-0C6247E1B688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E9D04-3781-41CD-BD3D-C9340917F259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7784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7B766-E1E8-4A44-A9A2-0C6247E1B688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E9D04-3781-41CD-BD3D-C9340917F2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6382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7B766-E1E8-4A44-A9A2-0C6247E1B688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E9D04-3781-41CD-BD3D-C9340917F2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6766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7B766-E1E8-4A44-A9A2-0C6247E1B688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E9D04-3781-41CD-BD3D-C9340917F2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4571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7B766-E1E8-4A44-A9A2-0C6247E1B688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E9D04-3781-41CD-BD3D-C9340917F2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0775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DD7B766-E1E8-4A44-A9A2-0C6247E1B688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DE9D04-3781-41CD-BD3D-C9340917F2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8133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7B766-E1E8-4A44-A9A2-0C6247E1B688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E9D04-3781-41CD-BD3D-C9340917F2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363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7B766-E1E8-4A44-A9A2-0C6247E1B688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E9D04-3781-41CD-BD3D-C9340917F2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3912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7B766-E1E8-4A44-A9A2-0C6247E1B688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E9D04-3781-41CD-BD3D-C9340917F2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971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DD7B766-E1E8-4A44-A9A2-0C6247E1B688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5DE9D04-3781-41CD-BD3D-C9340917F259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7550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513F31-FF83-3B11-F422-C087A9BF3E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Claude Skill </a:t>
            </a:r>
            <a:r>
              <a:rPr lang="ko-KR" altLang="en-US"/>
              <a:t>심화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A319B4A-0C7B-1D13-AA2A-FB09EDA8D6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9326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E215F-9E1A-A047-E359-81900452B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스킬 생성 방식 비교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3C6ECBA-258F-7C78-B6A3-54D1EA5464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552" t="27904" r="28634" b="27010"/>
          <a:stretch>
            <a:fillRect/>
          </a:stretch>
        </p:blipFill>
        <p:spPr>
          <a:xfrm>
            <a:off x="263951" y="1818402"/>
            <a:ext cx="4732256" cy="30919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81B6FF-ECC4-6720-A4ED-24455D5B3AF0}"/>
              </a:ext>
            </a:extLst>
          </p:cNvPr>
          <p:cNvSpPr txBox="1"/>
          <p:nvPr/>
        </p:nvSpPr>
        <p:spPr>
          <a:xfrm>
            <a:off x="5071621" y="1818402"/>
            <a:ext cx="67778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요약 </a:t>
            </a:r>
            <a:r>
              <a:rPr lang="en-US" altLang="ko-KR"/>
              <a:t>: </a:t>
            </a:r>
            <a:r>
              <a:rPr lang="ko-KR" altLang="en-US"/>
              <a:t>공식 문서로 </a:t>
            </a:r>
            <a:r>
              <a:rPr lang="en-US" altLang="ko-KR"/>
              <a:t>Skill</a:t>
            </a:r>
            <a:r>
              <a:rPr lang="ko-KR" altLang="en-US"/>
              <a:t>을 만들기 보단 </a:t>
            </a:r>
            <a:r>
              <a:rPr lang="en-US" altLang="ko-KR"/>
              <a:t>skill-creator </a:t>
            </a:r>
            <a:r>
              <a:rPr lang="ko-KR" altLang="en-US"/>
              <a:t>스킬을 사용하여</a:t>
            </a:r>
            <a:br>
              <a:rPr lang="en-US" altLang="ko-KR"/>
            </a:br>
            <a:r>
              <a:rPr lang="en-US" altLang="ko-KR"/>
              <a:t>            </a:t>
            </a:r>
            <a:r>
              <a:rPr lang="ko-KR" altLang="en-US"/>
              <a:t>내가 만들고 싶은 스킬을 생성하는게 간편하고 좋다</a:t>
            </a:r>
            <a:r>
              <a:rPr lang="en-US" altLang="ko-KR"/>
              <a:t>.</a:t>
            </a:r>
            <a:br>
              <a:rPr lang="en-US" altLang="ko-KR"/>
            </a:br>
            <a:r>
              <a:rPr lang="en-US" altLang="ko-KR">
                <a:sym typeface="Wingdings" panose="05000000000000000000" pitchFamily="2" charset="2"/>
              </a:rPr>
              <a:t> skill-creator </a:t>
            </a:r>
            <a:r>
              <a:rPr lang="ko-KR" altLang="en-US">
                <a:sym typeface="Wingdings" panose="05000000000000000000" pitchFamily="2" charset="2"/>
              </a:rPr>
              <a:t>스킬은 </a:t>
            </a:r>
            <a:r>
              <a:rPr lang="en-US" altLang="ko-KR">
                <a:sym typeface="Wingdings" panose="05000000000000000000" pitchFamily="2" charset="2"/>
              </a:rPr>
              <a:t>Claude Code </a:t>
            </a:r>
            <a:r>
              <a:rPr lang="ko-KR" altLang="en-US">
                <a:sym typeface="Wingdings" panose="05000000000000000000" pitchFamily="2" charset="2"/>
              </a:rPr>
              <a:t>공식에서 추천하는 </a:t>
            </a:r>
            <a:r>
              <a:rPr lang="en-US" altLang="ko-KR">
                <a:sym typeface="Wingdings" panose="05000000000000000000" pitchFamily="2" charset="2"/>
              </a:rPr>
              <a:t>Skill </a:t>
            </a:r>
            <a:r>
              <a:rPr lang="ko-KR" altLang="en-US">
                <a:sym typeface="Wingdings" panose="05000000000000000000" pitchFamily="2" charset="2"/>
              </a:rPr>
              <a:t>생성 </a:t>
            </a:r>
            <a:br>
              <a:rPr lang="en-US" altLang="ko-KR">
                <a:sym typeface="Wingdings" panose="05000000000000000000" pitchFamily="2" charset="2"/>
              </a:rPr>
            </a:br>
            <a:r>
              <a:rPr lang="en-US" altLang="ko-KR">
                <a:sym typeface="Wingdings" panose="05000000000000000000" pitchFamily="2" charset="2"/>
              </a:rPr>
              <a:t>    </a:t>
            </a:r>
            <a:r>
              <a:rPr lang="ko-KR" altLang="en-US">
                <a:sym typeface="Wingdings" panose="05000000000000000000" pitchFamily="2" charset="2"/>
              </a:rPr>
              <a:t>모범사례를 기반으로 내가 만들려고 하는 </a:t>
            </a:r>
            <a:r>
              <a:rPr lang="en-US" altLang="ko-KR">
                <a:sym typeface="Wingdings" panose="05000000000000000000" pitchFamily="2" charset="2"/>
              </a:rPr>
              <a:t>Skill</a:t>
            </a:r>
            <a:r>
              <a:rPr lang="ko-KR" altLang="en-US">
                <a:sym typeface="Wingdings" panose="05000000000000000000" pitchFamily="2" charset="2"/>
              </a:rPr>
              <a:t>을 구성하기 </a:t>
            </a:r>
            <a:br>
              <a:rPr lang="en-US" altLang="ko-KR">
                <a:sym typeface="Wingdings" panose="05000000000000000000" pitchFamily="2" charset="2"/>
              </a:rPr>
            </a:br>
            <a:r>
              <a:rPr lang="en-US" altLang="ko-KR">
                <a:sym typeface="Wingdings" panose="05000000000000000000" pitchFamily="2" charset="2"/>
              </a:rPr>
              <a:t>    </a:t>
            </a:r>
            <a:r>
              <a:rPr lang="ko-KR" altLang="en-US">
                <a:sym typeface="Wingdings" panose="05000000000000000000" pitchFamily="2" charset="2"/>
              </a:rPr>
              <a:t>때문이다</a:t>
            </a:r>
            <a:r>
              <a:rPr lang="en-US" altLang="ko-KR">
                <a:sym typeface="Wingdings" panose="05000000000000000000" pitchFamily="2" charset="2"/>
              </a:rPr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1989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EDD946-29C8-8636-2D68-DAD5C3658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400"/>
              <a:t>주제에 대한 정보 탐색 </a:t>
            </a:r>
            <a:r>
              <a:rPr lang="en-US" altLang="ko-KR" sz="4400"/>
              <a:t>(</a:t>
            </a:r>
            <a:r>
              <a:rPr lang="ko-KR" altLang="en-US" sz="4400"/>
              <a:t>메타 프롬프트</a:t>
            </a:r>
            <a:r>
              <a:rPr lang="en-US" altLang="ko-KR" sz="4400"/>
              <a:t>)</a:t>
            </a:r>
            <a:endParaRPr lang="ko-KR" altLang="en-US" sz="44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8C912BA-914A-5BC8-7E33-F72D8BA86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67" y="2041653"/>
            <a:ext cx="5649113" cy="12098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0BCB19-E810-1D44-E04C-8049F66E14A6}"/>
              </a:ext>
            </a:extLst>
          </p:cNvPr>
          <p:cNvSpPr txBox="1"/>
          <p:nvPr/>
        </p:nvSpPr>
        <p:spPr>
          <a:xfrm>
            <a:off x="446887" y="3310081"/>
            <a:ext cx="564911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ym typeface="Wingdings" panose="05000000000000000000" pitchFamily="2" charset="2"/>
              </a:rPr>
              <a:t> </a:t>
            </a:r>
            <a:r>
              <a:rPr lang="ko-KR" altLang="en-US" sz="1400"/>
              <a:t>하나도 모른다는 가정하에 탐색을 진행시킨다</a:t>
            </a:r>
            <a:r>
              <a:rPr lang="en-US" altLang="ko-KR" sz="1400"/>
              <a:t>.</a:t>
            </a:r>
            <a:br>
              <a:rPr lang="en-US" altLang="ko-KR" sz="1400"/>
            </a:br>
            <a:br>
              <a:rPr lang="en-US" altLang="ko-KR" sz="1400"/>
            </a:br>
            <a:r>
              <a:rPr lang="ko-KR" altLang="en-US" sz="1400"/>
              <a:t>특정주제에 대해 어떡게 정리해야할지 모를 때</a:t>
            </a:r>
            <a:r>
              <a:rPr lang="en-US" altLang="ko-KR" sz="1400"/>
              <a:t>, </a:t>
            </a:r>
            <a:r>
              <a:rPr lang="ko-KR" altLang="en-US" sz="1400"/>
              <a:t>클로드에게 어떤식으로 분류를 나눠 </a:t>
            </a:r>
            <a:r>
              <a:rPr lang="en-US" altLang="ko-KR" sz="1400"/>
              <a:t>Agent Team </a:t>
            </a:r>
            <a:r>
              <a:rPr lang="ko-KR" altLang="en-US" sz="1400"/>
              <a:t>팀원에게 배분해야할지 또 팀원은 몇 명으로 구성할지 질의 </a:t>
            </a:r>
            <a:r>
              <a:rPr lang="en-US" altLang="ko-KR" sz="1400"/>
              <a:t>(</a:t>
            </a:r>
            <a:r>
              <a:rPr lang="ko-KR" altLang="en-US" sz="1400"/>
              <a:t>탐색</a:t>
            </a:r>
            <a:r>
              <a:rPr lang="en-US" altLang="ko-KR" sz="1400"/>
              <a:t>) </a:t>
            </a:r>
            <a:r>
              <a:rPr lang="ko-KR" altLang="en-US" sz="1400"/>
              <a:t>한다</a:t>
            </a:r>
            <a:r>
              <a:rPr lang="en-US" altLang="ko-KR" sz="1400"/>
              <a:t>.</a:t>
            </a:r>
            <a:br>
              <a:rPr lang="en-US" altLang="ko-KR" sz="1400"/>
            </a:br>
            <a:endParaRPr lang="ko-KR" altLang="en-US" sz="140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B7A9FED-363D-D63E-626D-3864D9216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3122" y="1963575"/>
            <a:ext cx="4210638" cy="17814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BCA671-5F47-7594-D208-219F5E740430}"/>
              </a:ext>
            </a:extLst>
          </p:cNvPr>
          <p:cNvSpPr txBox="1"/>
          <p:nvPr/>
        </p:nvSpPr>
        <p:spPr>
          <a:xfrm>
            <a:off x="7720553" y="3799002"/>
            <a:ext cx="4232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※ </a:t>
            </a:r>
            <a:r>
              <a:rPr lang="ko-KR" altLang="en-US" sz="1400"/>
              <a:t>메타프롬프트로 </a:t>
            </a:r>
            <a:r>
              <a:rPr lang="en-US" altLang="ko-KR" sz="1400"/>
              <a:t>PRD </a:t>
            </a:r>
            <a:r>
              <a:rPr lang="ko-KR" altLang="en-US" sz="1400"/>
              <a:t>생성하기 강의 참조</a:t>
            </a:r>
          </a:p>
        </p:txBody>
      </p:sp>
    </p:spTree>
    <p:extLst>
      <p:ext uri="{BB962C8B-B14F-4D97-AF65-F5344CB8AC3E}">
        <p14:creationId xmlns:p14="http://schemas.microsoft.com/office/powerpoint/2010/main" val="3101999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FE0997-F618-B371-7F40-F13D7C5FD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탐색 결과 확인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E640B00-E2A7-57A9-5FFF-B90459DAA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109" y="1852202"/>
            <a:ext cx="8501725" cy="4410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96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9ED018-99C6-9603-84D5-096AB3632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/>
              <a:t>탐색 정보를 바탕으로 주제별 세부 탐색 진행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7057770-F935-C841-DBC7-43ADB41F81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7819"/>
          <a:stretch>
            <a:fillRect/>
          </a:stretch>
        </p:blipFill>
        <p:spPr>
          <a:xfrm>
            <a:off x="1218519" y="1845130"/>
            <a:ext cx="7312739" cy="2481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882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B96E57-D64C-1B33-A00C-E5BD85E50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리서치 결과 확인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134DD25-9606-D36D-A1BF-6E98FAAB6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21" y="1904213"/>
            <a:ext cx="6757884" cy="46671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AC2260-66CD-E3DA-5FEC-D38B4819C10A}"/>
              </a:ext>
            </a:extLst>
          </p:cNvPr>
          <p:cNvSpPr txBox="1"/>
          <p:nvPr/>
        </p:nvSpPr>
        <p:spPr>
          <a:xfrm>
            <a:off x="7164371" y="1923068"/>
            <a:ext cx="4666268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각 팀원이 주제별 조사해온 자료를 리드</a:t>
            </a:r>
            <a:r>
              <a:rPr lang="en-US" altLang="ko-KR" sz="1100"/>
              <a:t>(</a:t>
            </a:r>
            <a:r>
              <a:rPr lang="ko-KR" altLang="en-US" sz="1100"/>
              <a:t>메인 콘텍스트 세션</a:t>
            </a:r>
            <a:r>
              <a:rPr lang="en-US" altLang="ko-KR" sz="1100"/>
              <a:t>)</a:t>
            </a:r>
            <a:r>
              <a:rPr lang="ko-KR" altLang="en-US" sz="1100"/>
              <a:t>이 </a:t>
            </a:r>
            <a:br>
              <a:rPr lang="en-US" altLang="ko-KR" sz="1100"/>
            </a:br>
            <a:r>
              <a:rPr lang="ko-KR" altLang="en-US" sz="1100"/>
              <a:t>취합 및 보고</a:t>
            </a:r>
            <a:r>
              <a:rPr lang="en-US" altLang="ko-KR" sz="1100"/>
              <a:t>.</a:t>
            </a:r>
            <a:br>
              <a:rPr lang="en-US" altLang="ko-KR" sz="1100"/>
            </a:br>
            <a:endParaRPr lang="en-US" altLang="ko-KR" sz="1100"/>
          </a:p>
          <a:p>
            <a:r>
              <a:rPr lang="ko-KR" altLang="en-US" sz="1100"/>
              <a:t>내용을 읽어보면 대충 맞는것 같으나</a:t>
            </a:r>
            <a:r>
              <a:rPr lang="en-US" altLang="ko-KR" sz="1100"/>
              <a:t>, </a:t>
            </a:r>
            <a:r>
              <a:rPr lang="ko-KR" altLang="en-US" sz="1100"/>
              <a:t>해당 내용을 바탕으로 스킬을 작성시</a:t>
            </a:r>
            <a:r>
              <a:rPr lang="en-US" altLang="ko-KR" sz="1100"/>
              <a:t>, </a:t>
            </a:r>
            <a:r>
              <a:rPr lang="ko-KR" altLang="en-US" sz="1100"/>
              <a:t>스킬의 결과물 샘플을 확인하는것 이 좋다</a:t>
            </a:r>
            <a:r>
              <a:rPr lang="en-US" altLang="ko-KR" sz="1100"/>
              <a:t>.</a:t>
            </a:r>
            <a:br>
              <a:rPr lang="en-US" altLang="ko-KR" sz="1100"/>
            </a:br>
            <a:r>
              <a:rPr lang="en-US" altLang="ko-KR" sz="1100"/>
              <a:t>---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ko-KR" altLang="en-US" sz="1100">
                <a:sym typeface="Wingdings" panose="05000000000000000000" pitchFamily="2" charset="2"/>
              </a:rPr>
              <a:t>해당 리서치에 대한 자료 파일로 정리해주고</a:t>
            </a:r>
            <a:r>
              <a:rPr lang="en-US" altLang="ko-KR" sz="1100">
                <a:sym typeface="Wingdings" panose="05000000000000000000" pitchFamily="2" charset="2"/>
              </a:rPr>
              <a:t>, </a:t>
            </a:r>
            <a:r>
              <a:rPr lang="ko-KR" altLang="en-US" sz="1100">
                <a:sym typeface="Wingdings" panose="05000000000000000000" pitchFamily="2" charset="2"/>
              </a:rPr>
              <a:t>해당 정보를 기반으로 스킬을 생성할 경우</a:t>
            </a:r>
            <a:r>
              <a:rPr lang="en-US" altLang="ko-KR" sz="1100">
                <a:sym typeface="Wingdings" panose="05000000000000000000" pitchFamily="2" charset="2"/>
              </a:rPr>
              <a:t>, </a:t>
            </a:r>
            <a:r>
              <a:rPr lang="ko-KR" altLang="en-US" sz="1100">
                <a:sym typeface="Wingdings" panose="05000000000000000000" pitchFamily="2" charset="2"/>
              </a:rPr>
              <a:t>스킬에 의해 만들어지는 </a:t>
            </a:r>
            <a:r>
              <a:rPr lang="en-US" altLang="ko-KR" sz="1100">
                <a:sym typeface="Wingdings" panose="05000000000000000000" pitchFamily="2" charset="2"/>
              </a:rPr>
              <a:t>PPT </a:t>
            </a:r>
            <a:r>
              <a:rPr lang="ko-KR" altLang="en-US" sz="1100">
                <a:sym typeface="Wingdings" panose="05000000000000000000" pitchFamily="2" charset="2"/>
              </a:rPr>
              <a:t>샘플을 확인하고 싶어</a:t>
            </a:r>
            <a:r>
              <a:rPr lang="en-US" altLang="ko-KR" sz="1100">
                <a:sym typeface="Wingdings" panose="05000000000000000000" pitchFamily="2" charset="2"/>
              </a:rPr>
              <a:t>.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ko-KR" altLang="en-US" sz="1100">
                <a:sym typeface="Wingdings" panose="05000000000000000000" pitchFamily="2" charset="2"/>
              </a:rPr>
              <a:t>파일위치 </a:t>
            </a:r>
            <a:r>
              <a:rPr lang="en-US" altLang="ko-KR" sz="1100">
                <a:sym typeface="Wingdings" panose="05000000000000000000" pitchFamily="2" charset="2"/>
              </a:rPr>
              <a:t>: </a:t>
            </a:r>
            <a:r>
              <a:rPr lang="ko-KR" altLang="en-US" sz="1100">
                <a:sym typeface="Wingdings" panose="05000000000000000000" pitchFamily="2" charset="2"/>
              </a:rPr>
              <a:t>프로젝트 스코프 내 생성</a:t>
            </a:r>
            <a:endParaRPr lang="en-US" altLang="ko-KR" sz="1100">
              <a:sym typeface="Wingdings" panose="05000000000000000000" pitchFamily="2" charset="2"/>
            </a:endParaRPr>
          </a:p>
          <a:p>
            <a:r>
              <a:rPr lang="en-US" altLang="ko-KR" sz="1100">
                <a:sym typeface="Wingdings" panose="05000000000000000000" pitchFamily="2" charset="2"/>
              </a:rPr>
              <a:t>---</a:t>
            </a:r>
            <a:br>
              <a:rPr lang="en-US" altLang="ko-KR" sz="1100">
                <a:sym typeface="Wingdings" panose="05000000000000000000" pitchFamily="2" charset="2"/>
              </a:rPr>
            </a:br>
            <a:endParaRPr lang="en-US" altLang="ko-KR" sz="1100">
              <a:sym typeface="Wingdings" panose="05000000000000000000" pitchFamily="2" charset="2"/>
            </a:endParaRPr>
          </a:p>
          <a:p>
            <a:r>
              <a:rPr lang="ko-KR" altLang="en-US" sz="1100">
                <a:sym typeface="Wingdings" panose="05000000000000000000" pitchFamily="2" charset="2"/>
              </a:rPr>
              <a:t>상기와 같이 추가 요청</a:t>
            </a:r>
            <a:r>
              <a:rPr lang="en-US" altLang="ko-KR" sz="1100">
                <a:sym typeface="Wingdings" panose="05000000000000000000" pitchFamily="2" charset="2"/>
              </a:rPr>
              <a:t>.</a:t>
            </a:r>
            <a:br>
              <a:rPr lang="en-US" altLang="ko-KR" sz="1100">
                <a:sym typeface="Wingdings" panose="05000000000000000000" pitchFamily="2" charset="2"/>
              </a:rPr>
            </a:br>
            <a:endParaRPr lang="en-US" altLang="ko-KR" sz="110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483876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D7FCC8-C4B7-4970-735A-55EF3CC3A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샘플 결과 확인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80B7D1E-564F-4EF7-D289-6F0A473DE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55" y="1957312"/>
            <a:ext cx="4818179" cy="434921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9C11BC9-B6B8-267B-6794-4942285E6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842" y="1957312"/>
            <a:ext cx="5612642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229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7FE757-82A1-E1D6-18F7-222D1F5BC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/>
              <a:t>샘플 결과가 마음에 안들때 구체적인 요청으로 확인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ECE5839-F370-8BC3-C89F-8EFBB88A0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896" y="1983387"/>
            <a:ext cx="4820323" cy="243874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D101E5B-7E17-F28A-3198-34C338B3A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172" y="2009311"/>
            <a:ext cx="2429214" cy="25721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2301180-7B36-C93A-3ADF-A3C3EB7443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4993" y="2441735"/>
            <a:ext cx="3129991" cy="17249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B00D80F-85E5-5BFA-01C7-010FFB7E7F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4980" y="2441735"/>
            <a:ext cx="3133404" cy="17249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E1A5C78-24AA-9C7E-1768-67D144E4DA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896" y="4668154"/>
            <a:ext cx="3326509" cy="18535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29BA1EB-CBF0-07B5-8E86-B3027A72F5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76835" y="4668154"/>
            <a:ext cx="3359743" cy="18535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63B7202-9207-36A2-5E22-15DB4338F8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7009" y="4668154"/>
            <a:ext cx="3398172" cy="185354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60630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D4E11B-D69A-CB56-E911-3EE681529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스킬 작성 요청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F80910E-93AF-CBC5-CADE-6A60F7FEE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72" y="1869668"/>
            <a:ext cx="4947524" cy="207827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1890D0C-68DF-86DA-9384-0EE3296CB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5986" y="1869668"/>
            <a:ext cx="6712044" cy="134483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06CC028-85B9-A5B1-5C7E-8ACE2CF702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72" y="4080246"/>
            <a:ext cx="5877745" cy="233395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2E5226B-5B92-9057-0819-42243C4CF4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377" y="3346808"/>
            <a:ext cx="2054495" cy="33568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3CF0AA0-00C6-6B93-9395-68E8F4F74867}"/>
              </a:ext>
            </a:extLst>
          </p:cNvPr>
          <p:cNvSpPr txBox="1"/>
          <p:nvPr/>
        </p:nvSpPr>
        <p:spPr>
          <a:xfrm>
            <a:off x="8484124" y="3327662"/>
            <a:ext cx="3553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스킬 파일 생성</a:t>
            </a:r>
          </a:p>
        </p:txBody>
      </p:sp>
    </p:spTree>
    <p:extLst>
      <p:ext uri="{BB962C8B-B14F-4D97-AF65-F5344CB8AC3E}">
        <p14:creationId xmlns:p14="http://schemas.microsoft.com/office/powerpoint/2010/main" val="3048396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A076D2-989F-9807-A319-77112DFB5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Plugin - MCP, </a:t>
            </a:r>
            <a:r>
              <a:rPr lang="ko-KR" altLang="en-US" sz="3600"/>
              <a:t>서브에이전트</a:t>
            </a:r>
            <a:r>
              <a:rPr lang="en-US" altLang="ko-KR" sz="3600"/>
              <a:t>, SKILL</a:t>
            </a:r>
            <a:r>
              <a:rPr lang="ko-KR" altLang="en-US" sz="3600"/>
              <a:t>들을 공유할 때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FF0C5BA-7A48-2591-F68E-5C19B71FF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439" y="2026763"/>
            <a:ext cx="5961451" cy="2507530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426723F8-5938-B05D-12D6-35FB1AB1485A}"/>
              </a:ext>
            </a:extLst>
          </p:cNvPr>
          <p:cNvGrpSpPr/>
          <p:nvPr/>
        </p:nvGrpSpPr>
        <p:grpSpPr>
          <a:xfrm>
            <a:off x="1310326" y="2026763"/>
            <a:ext cx="9713603" cy="4026637"/>
            <a:chOff x="1310326" y="2026763"/>
            <a:chExt cx="9713603" cy="402663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C7D1D374-9763-2982-A526-A5870118DD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59539" y="2026763"/>
              <a:ext cx="2464390" cy="4026637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F711657-5DFF-9773-F2E7-9AAC567333D8}"/>
                </a:ext>
              </a:extLst>
            </p:cNvPr>
            <p:cNvSpPr/>
            <p:nvPr/>
          </p:nvSpPr>
          <p:spPr>
            <a:xfrm>
              <a:off x="8955464" y="2582944"/>
              <a:ext cx="1677971" cy="230014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28AAB837-CE1A-3AC3-61D5-105872FE704A}"/>
                </a:ext>
              </a:extLst>
            </p:cNvPr>
            <p:cNvCxnSpPr>
              <a:cxnSpLocks/>
              <a:stCxn id="7" idx="1"/>
              <a:endCxn id="10" idx="3"/>
            </p:cNvCxnSpPr>
            <p:nvPr/>
          </p:nvCxnSpPr>
          <p:spPr>
            <a:xfrm flipH="1" flipV="1">
              <a:off x="2460396" y="3572758"/>
              <a:ext cx="6495068" cy="16025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049258E-AD97-C748-45E2-5AE5898B8971}"/>
                </a:ext>
              </a:extLst>
            </p:cNvPr>
            <p:cNvSpPr/>
            <p:nvPr/>
          </p:nvSpPr>
          <p:spPr>
            <a:xfrm>
              <a:off x="1310326" y="3110844"/>
              <a:ext cx="1150070" cy="92382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C585EFE-CD4E-C395-9DE5-AD4563CE72ED}"/>
              </a:ext>
            </a:extLst>
          </p:cNvPr>
          <p:cNvSpPr/>
          <p:nvPr/>
        </p:nvSpPr>
        <p:spPr>
          <a:xfrm>
            <a:off x="1310325" y="2950586"/>
            <a:ext cx="1274413" cy="16025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6A25463-D45A-D8DE-E1C2-6A78B04A1CB7}"/>
              </a:ext>
            </a:extLst>
          </p:cNvPr>
          <p:cNvSpPr/>
          <p:nvPr/>
        </p:nvSpPr>
        <p:spPr>
          <a:xfrm>
            <a:off x="4170388" y="2696067"/>
            <a:ext cx="2803501" cy="1338603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C3A5D522-3AF4-34B5-5E80-121FF571D251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2584738" y="3030715"/>
            <a:ext cx="1585650" cy="334654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E183A32-45A5-D2C9-F816-F27F40011132}"/>
              </a:ext>
            </a:extLst>
          </p:cNvPr>
          <p:cNvSpPr txBox="1"/>
          <p:nvPr/>
        </p:nvSpPr>
        <p:spPr>
          <a:xfrm>
            <a:off x="1012439" y="4666268"/>
            <a:ext cx="74151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400"/>
              <a:t>project </a:t>
            </a:r>
            <a:r>
              <a:rPr lang="ko-KR" altLang="en-US" sz="1400"/>
              <a:t>폴더 </a:t>
            </a:r>
            <a:r>
              <a:rPr lang="en-US" altLang="ko-KR" sz="1400"/>
              <a:t>root</a:t>
            </a:r>
            <a:r>
              <a:rPr lang="ko-KR" altLang="en-US" sz="1400"/>
              <a:t>에 </a:t>
            </a:r>
            <a:r>
              <a:rPr lang="en-US" altLang="ko-KR" sz="1400"/>
              <a:t>.claude-plugin </a:t>
            </a:r>
            <a:r>
              <a:rPr lang="ko-KR" altLang="en-US" sz="1400"/>
              <a:t>폴더 생성</a:t>
            </a:r>
            <a:endParaRPr lang="en-US" altLang="ko-KR" sz="1400"/>
          </a:p>
          <a:p>
            <a:pPr marL="342900" indent="-342900">
              <a:buAutoNum type="arabicPeriod"/>
            </a:pPr>
            <a:r>
              <a:rPr lang="en-US" altLang="ko-KR" sz="1400"/>
              <a:t>plugin.json</a:t>
            </a:r>
            <a:r>
              <a:rPr lang="ko-KR" altLang="en-US" sz="1400"/>
              <a:t> 파일 작성 </a:t>
            </a:r>
            <a:r>
              <a:rPr lang="en-US" altLang="ko-KR" sz="1400"/>
              <a:t>( plugin</a:t>
            </a:r>
            <a:r>
              <a:rPr lang="ko-KR" altLang="en-US" sz="1400"/>
              <a:t> 명 </a:t>
            </a:r>
            <a:r>
              <a:rPr lang="en-US" altLang="ko-KR" sz="1400"/>
              <a:t>/ </a:t>
            </a:r>
            <a:r>
              <a:rPr lang="ko-KR" altLang="en-US" sz="1400"/>
              <a:t>설명 </a:t>
            </a:r>
            <a:r>
              <a:rPr lang="en-US" altLang="ko-KR" sz="1400"/>
              <a:t>/ </a:t>
            </a:r>
            <a:r>
              <a:rPr lang="ko-KR" altLang="en-US" sz="1400"/>
              <a:t>버전 </a:t>
            </a:r>
            <a:r>
              <a:rPr lang="en-US" altLang="ko-KR" sz="1400"/>
              <a:t>/ </a:t>
            </a:r>
            <a:r>
              <a:rPr lang="ko-KR" altLang="en-US" sz="1400"/>
              <a:t>작성자 </a:t>
            </a:r>
            <a:r>
              <a:rPr lang="en-US" altLang="ko-KR" sz="1400"/>
              <a:t>)</a:t>
            </a:r>
          </a:p>
          <a:p>
            <a:pPr marL="342900" indent="-342900">
              <a:buAutoNum type="arabicPeriod"/>
            </a:pPr>
            <a:r>
              <a:rPr lang="ko-KR" altLang="en-US" sz="1400"/>
              <a:t>생성한 스킬 폴더를 </a:t>
            </a:r>
            <a:r>
              <a:rPr lang="en-US" altLang="ko-KR" sz="1400"/>
              <a:t>.claude-plugin </a:t>
            </a:r>
            <a:r>
              <a:rPr lang="ko-KR" altLang="en-US" sz="1400"/>
              <a:t>폴더와 같은 레벨에 복사 붙여넣기</a:t>
            </a:r>
            <a:br>
              <a:rPr lang="en-US" altLang="ko-KR" sz="1400"/>
            </a:b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240995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4954AF-C1C6-4039-793A-36EEEC5E5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플러그인으로만 공유하는 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055DA61-D87D-291C-39C7-BE697F4F9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267" y="1884443"/>
            <a:ext cx="7240010" cy="468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014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865B4A-9D6D-B50A-B70F-B879B17C8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MarketPlace</a:t>
            </a:r>
            <a:r>
              <a:rPr lang="ko-KR" altLang="en-US"/>
              <a:t>로 공유하는 방법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09C8B6-5BD7-56E9-C047-1CA56699031B}"/>
              </a:ext>
            </a:extLst>
          </p:cNvPr>
          <p:cNvSpPr txBox="1"/>
          <p:nvPr/>
        </p:nvSpPr>
        <p:spPr>
          <a:xfrm>
            <a:off x="1065229" y="1904214"/>
            <a:ext cx="10190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여러 플러그인들을 담은 나만의 </a:t>
            </a:r>
            <a:r>
              <a:rPr lang="en-US" altLang="ko-KR"/>
              <a:t>Marketplace</a:t>
            </a:r>
            <a:r>
              <a:rPr lang="ko-KR" altLang="en-US"/>
              <a:t>를 생성하여 공유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97513F5-E441-3713-0D0F-CD2C9B157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929" y="2273546"/>
            <a:ext cx="4267796" cy="16766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618A68D-5523-FB9B-BF7D-64F02F11D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361" y="2273546"/>
            <a:ext cx="3503058" cy="2846234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30231790-EB40-785A-FFCF-8C62AD1771B0}"/>
              </a:ext>
            </a:extLst>
          </p:cNvPr>
          <p:cNvSpPr/>
          <p:nvPr/>
        </p:nvSpPr>
        <p:spPr>
          <a:xfrm>
            <a:off x="424206" y="2790334"/>
            <a:ext cx="1327970" cy="4430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9B7C69-0EB0-1DED-E2FC-DB8071F06794}"/>
              </a:ext>
            </a:extLst>
          </p:cNvPr>
          <p:cNvSpPr txBox="1"/>
          <p:nvPr/>
        </p:nvSpPr>
        <p:spPr>
          <a:xfrm>
            <a:off x="8255419" y="2293425"/>
            <a:ext cx="3822275" cy="286232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200"/>
              <a:t>.claude-plugin </a:t>
            </a:r>
            <a:r>
              <a:rPr lang="ko-KR" altLang="en-US" sz="1200"/>
              <a:t>폴더는 </a:t>
            </a:r>
            <a:r>
              <a:rPr lang="en-US" altLang="ko-KR" sz="1200"/>
              <a:t>Plugin </a:t>
            </a:r>
            <a:r>
              <a:rPr lang="ko-KR" altLang="en-US" sz="1200"/>
              <a:t>생성때와 동일</a:t>
            </a:r>
            <a:endParaRPr lang="en-US" altLang="ko-KR" sz="1200"/>
          </a:p>
          <a:p>
            <a:pPr marL="228600" indent="-228600">
              <a:buAutoNum type="arabicPeriod"/>
            </a:pPr>
            <a:r>
              <a:rPr lang="en-US" altLang="ko-KR" sz="1200"/>
              <a:t>.claude-plugin </a:t>
            </a:r>
            <a:r>
              <a:rPr lang="ko-KR" altLang="en-US" sz="1200"/>
              <a:t>폴더네 </a:t>
            </a:r>
            <a:r>
              <a:rPr lang="en-US" altLang="ko-KR" sz="1200"/>
              <a:t>marketplace.json </a:t>
            </a:r>
            <a:r>
              <a:rPr lang="ko-KR" altLang="en-US" sz="1200"/>
              <a:t>생성</a:t>
            </a:r>
            <a:endParaRPr lang="en-US" altLang="ko-KR" sz="1200"/>
          </a:p>
          <a:p>
            <a:pPr marL="228600" indent="-228600">
              <a:buAutoNum type="arabicPeriod"/>
            </a:pPr>
            <a:r>
              <a:rPr lang="ko-KR" altLang="en-US" sz="1200"/>
              <a:t>마켓플레이스 명 </a:t>
            </a:r>
            <a:br>
              <a:rPr lang="en-US" altLang="ko-KR" sz="1200"/>
            </a:br>
            <a:r>
              <a:rPr lang="ko-KR" altLang="en-US" sz="1200"/>
              <a:t>마켓플레이스의 주인 이름 및 이메일 정보</a:t>
            </a:r>
            <a:r>
              <a:rPr lang="en-US" altLang="ko-KR" sz="1200"/>
              <a:t>/</a:t>
            </a:r>
            <a:br>
              <a:rPr lang="en-US" altLang="ko-KR" sz="1200"/>
            </a:br>
            <a:r>
              <a:rPr lang="ko-KR" altLang="en-US" sz="1200"/>
              <a:t>공유할 플러그인 모음 </a:t>
            </a:r>
            <a:br>
              <a:rPr lang="en-US" altLang="ko-KR" sz="1200"/>
            </a:br>
            <a:r>
              <a:rPr lang="en-US" altLang="ko-KR" sz="1200"/>
              <a:t>(- </a:t>
            </a:r>
            <a:r>
              <a:rPr lang="ko-KR" altLang="en-US" sz="1200"/>
              <a:t>플러그인 이름</a:t>
            </a:r>
            <a:br>
              <a:rPr lang="en-US" altLang="ko-KR" sz="1200"/>
            </a:br>
            <a:r>
              <a:rPr lang="en-US" altLang="ko-KR" sz="1200"/>
              <a:t> - </a:t>
            </a:r>
            <a:r>
              <a:rPr lang="ko-KR" altLang="en-US" sz="1200"/>
              <a:t>플러그인 위치 </a:t>
            </a:r>
            <a:br>
              <a:rPr lang="en-US" altLang="ko-KR" sz="1200"/>
            </a:br>
            <a:r>
              <a:rPr lang="en-US" altLang="ko-KR" sz="1200"/>
              <a:t>   [※ Claude Code</a:t>
            </a:r>
            <a:r>
              <a:rPr lang="ko-KR" altLang="en-US" sz="1200"/>
              <a:t>의 상대경로 시작위치는 프로젝트 루트</a:t>
            </a:r>
            <a:r>
              <a:rPr lang="en-US" altLang="ko-KR" sz="1200"/>
              <a:t>]</a:t>
            </a:r>
            <a:br>
              <a:rPr lang="en-US" altLang="ko-KR" sz="1200"/>
            </a:br>
            <a:r>
              <a:rPr lang="en-US" altLang="ko-KR" sz="1200"/>
              <a:t> - </a:t>
            </a:r>
            <a:r>
              <a:rPr lang="ko-KR" altLang="en-US" sz="1200"/>
              <a:t>플러그인 설명</a:t>
            </a:r>
            <a:br>
              <a:rPr lang="en-US" altLang="ko-KR" sz="1200"/>
            </a:br>
            <a:r>
              <a:rPr lang="en-US" altLang="ko-KR" sz="1200"/>
              <a:t> - </a:t>
            </a:r>
            <a:r>
              <a:rPr lang="ko-KR" altLang="en-US" sz="1200"/>
              <a:t>플러그인 버전 정보</a:t>
            </a:r>
            <a:br>
              <a:rPr lang="en-US" altLang="ko-KR" sz="1200"/>
            </a:br>
            <a:r>
              <a:rPr lang="en-US" altLang="ko-KR" sz="1200"/>
              <a:t> - </a:t>
            </a:r>
            <a:r>
              <a:rPr lang="ko-KR" altLang="en-US" sz="1200"/>
              <a:t>플러그인 작성자</a:t>
            </a:r>
            <a:r>
              <a:rPr lang="en-US" altLang="ko-KR" sz="1200"/>
              <a:t>)</a:t>
            </a:r>
            <a:br>
              <a:rPr lang="en-US" altLang="ko-KR" sz="1200"/>
            </a:br>
            <a:br>
              <a:rPr lang="en-US" altLang="ko-KR" sz="1200"/>
            </a:br>
            <a:br>
              <a:rPr lang="en-US" altLang="ko-KR" sz="1200"/>
            </a:br>
            <a:endParaRPr lang="ko-KR" altLang="en-US" sz="120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301E18A-3930-E111-CA2C-1603CD138439}"/>
              </a:ext>
            </a:extLst>
          </p:cNvPr>
          <p:cNvSpPr/>
          <p:nvPr/>
        </p:nvSpPr>
        <p:spPr>
          <a:xfrm>
            <a:off x="1065229" y="3233395"/>
            <a:ext cx="1159497" cy="27337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7E0E344-F959-6F9A-7DC3-A709C194F7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929" y="4181459"/>
            <a:ext cx="4272203" cy="833601"/>
          </a:xfrm>
          <a:prstGeom prst="rect">
            <a:avLst/>
          </a:prstGeom>
          <a:ln w="19050">
            <a:solidFill>
              <a:srgbClr val="FFC000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D65B1A8-5AAF-2712-CDCE-59681872D3F2}"/>
              </a:ext>
            </a:extLst>
          </p:cNvPr>
          <p:cNvSpPr txBox="1"/>
          <p:nvPr/>
        </p:nvSpPr>
        <p:spPr>
          <a:xfrm>
            <a:off x="313929" y="5155747"/>
            <a:ext cx="42677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200"/>
              <a:t>plugins</a:t>
            </a:r>
            <a:r>
              <a:rPr lang="ko-KR" altLang="en-US" sz="1200"/>
              <a:t> 폴더는 </a:t>
            </a:r>
            <a:r>
              <a:rPr lang="en-US" altLang="ko-KR" sz="1200"/>
              <a:t>.claude-plugin </a:t>
            </a:r>
            <a:r>
              <a:rPr lang="ko-KR" altLang="en-US" sz="1200"/>
              <a:t>폴더와 동일한 레벨로 구성</a:t>
            </a:r>
            <a:endParaRPr lang="en-US" altLang="ko-KR" sz="1200"/>
          </a:p>
          <a:p>
            <a:pPr marL="228600" indent="-228600">
              <a:buAutoNum type="arabicPeriod"/>
            </a:pPr>
            <a:r>
              <a:rPr lang="en-US" altLang="ko-KR" sz="1200"/>
              <a:t>plugins </a:t>
            </a:r>
            <a:r>
              <a:rPr lang="ko-KR" altLang="en-US" sz="1200"/>
              <a:t>폴더 하위에 플러그인을 구성한 폴더가 통째로 복사되어 들어간다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504649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9EE84-8587-2483-81F9-9CAA4D07D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마켓 플레이스 공유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C7775C4-DBBD-8DAC-4FA4-0F581CD7CEE3}"/>
              </a:ext>
            </a:extLst>
          </p:cNvPr>
          <p:cNvGrpSpPr/>
          <p:nvPr/>
        </p:nvGrpSpPr>
        <p:grpSpPr>
          <a:xfrm>
            <a:off x="207388" y="1934850"/>
            <a:ext cx="8383571" cy="4715759"/>
            <a:chOff x="207388" y="1934850"/>
            <a:chExt cx="8383571" cy="471575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DB4EA581-F12C-0B09-4A87-BFFD356CA7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7388" y="1934850"/>
              <a:ext cx="8383571" cy="4715759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95B03AE-7541-2490-F6FA-A179BB21E7E3}"/>
                </a:ext>
              </a:extLst>
            </p:cNvPr>
            <p:cNvSpPr/>
            <p:nvPr/>
          </p:nvSpPr>
          <p:spPr>
            <a:xfrm>
              <a:off x="282804" y="5618375"/>
              <a:ext cx="3082565" cy="49019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A1F25B1-5ACF-B350-4A5B-3EB47EF97371}"/>
              </a:ext>
            </a:extLst>
          </p:cNvPr>
          <p:cNvSpPr txBox="1"/>
          <p:nvPr/>
        </p:nvSpPr>
        <p:spPr>
          <a:xfrm>
            <a:off x="8663233" y="1934850"/>
            <a:ext cx="32459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200"/>
              <a:t>git </a:t>
            </a:r>
            <a:r>
              <a:rPr lang="ko-KR" altLang="en-US" sz="1200"/>
              <a:t>레포지토리로  마켓플레이스 프로젝트를 등록한다</a:t>
            </a:r>
            <a:r>
              <a:rPr lang="en-US" altLang="ko-KR" sz="1200"/>
              <a:t>.</a:t>
            </a:r>
          </a:p>
          <a:p>
            <a:pPr marL="342900" indent="-342900">
              <a:buAutoNum type="arabicPeriod"/>
            </a:pPr>
            <a:r>
              <a:rPr lang="en-US" altLang="ko-KR" sz="1200"/>
              <a:t>/plugin marketplace add {</a:t>
            </a:r>
            <a:r>
              <a:rPr lang="ko-KR" altLang="en-US" sz="1200"/>
              <a:t>마켓플레이스</a:t>
            </a:r>
            <a:r>
              <a:rPr lang="en-US" altLang="ko-KR" sz="1200"/>
              <a:t>git_Id}/{</a:t>
            </a:r>
            <a:r>
              <a:rPr lang="ko-KR" altLang="en-US" sz="1200"/>
              <a:t>마켓플레이스 명</a:t>
            </a:r>
            <a:r>
              <a:rPr lang="en-US" altLang="ko-KR" sz="1200"/>
              <a:t>}</a:t>
            </a:r>
          </a:p>
          <a:p>
            <a:pPr marL="342900" indent="-342900">
              <a:buAutoNum type="arabicPeriod"/>
            </a:pPr>
            <a:endParaRPr lang="ko-KR" altLang="en-US" sz="120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0720A6D-BA93-D796-B4E1-9A86DBFDB9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814" t="25334" r="42010" b="61016"/>
          <a:stretch>
            <a:fillRect/>
          </a:stretch>
        </p:blipFill>
        <p:spPr>
          <a:xfrm>
            <a:off x="7742549" y="3068967"/>
            <a:ext cx="4166647" cy="936154"/>
          </a:xfrm>
          <a:prstGeom prst="rect">
            <a:avLst/>
          </a:prstGeom>
          <a:ln>
            <a:solidFill>
              <a:srgbClr val="FFFF00"/>
            </a:solidFill>
          </a:ln>
        </p:spPr>
      </p:pic>
    </p:spTree>
    <p:extLst>
      <p:ext uri="{BB962C8B-B14F-4D97-AF65-F5344CB8AC3E}">
        <p14:creationId xmlns:p14="http://schemas.microsoft.com/office/powerpoint/2010/main" val="260284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98F456-373E-18A6-20C0-9D9AE323C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버전 업데이트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925BF34-15DA-ADDA-5495-3FF70AFC6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816" y="1973147"/>
            <a:ext cx="7997072" cy="44983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80A399-3EBB-D236-7C86-0D4A07BC9662}"/>
              </a:ext>
            </a:extLst>
          </p:cNvPr>
          <p:cNvSpPr txBox="1"/>
          <p:nvPr/>
        </p:nvSpPr>
        <p:spPr>
          <a:xfrm>
            <a:off x="8213888" y="1973147"/>
            <a:ext cx="37612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github</a:t>
            </a:r>
            <a:r>
              <a:rPr lang="ko-KR" altLang="en-US" sz="1400"/>
              <a:t>에 공유된 마켓플레이스 내 플러그인의 버전이 업데이트</a:t>
            </a:r>
            <a:r>
              <a:rPr lang="en-US" altLang="ko-KR" sz="1400"/>
              <a:t> </a:t>
            </a:r>
            <a:r>
              <a:rPr lang="ko-KR" altLang="en-US" sz="1400"/>
              <a:t>하고 </a:t>
            </a:r>
            <a:r>
              <a:rPr lang="en-US" altLang="ko-KR" sz="1400"/>
              <a:t>git</a:t>
            </a:r>
            <a:r>
              <a:rPr lang="ko-KR" altLang="en-US" sz="1400"/>
              <a:t>에 버전을 올려 업데이트 하였다면</a:t>
            </a:r>
            <a:r>
              <a:rPr lang="en-US" altLang="ko-KR" sz="1400"/>
              <a:t>,</a:t>
            </a:r>
            <a:br>
              <a:rPr lang="en-US" altLang="ko-KR" sz="1400"/>
            </a:br>
            <a:br>
              <a:rPr lang="en-US" altLang="ko-KR" sz="1400"/>
            </a:br>
            <a:r>
              <a:rPr lang="ko-KR" altLang="en-US" sz="1400"/>
              <a:t>팀원은 </a:t>
            </a:r>
            <a:r>
              <a:rPr lang="en-US" altLang="ko-KR" sz="1400"/>
              <a:t>update marketplace</a:t>
            </a:r>
            <a:r>
              <a:rPr lang="ko-KR" altLang="en-US" sz="1400"/>
              <a:t>를 통해 공유된 최신 버전의 </a:t>
            </a:r>
            <a:r>
              <a:rPr lang="en-US" altLang="ko-KR" sz="1400"/>
              <a:t>plugin </a:t>
            </a:r>
            <a:r>
              <a:rPr lang="ko-KR" altLang="en-US" sz="1400"/>
              <a:t>기능을 사용할 수 있다</a:t>
            </a:r>
            <a:r>
              <a:rPr lang="en-US" altLang="ko-KR" sz="1400"/>
              <a:t>.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548755784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227</TotalTime>
  <Words>407</Words>
  <Application>Microsoft Office PowerPoint</Application>
  <PresentationFormat>와이드스크린</PresentationFormat>
  <Paragraphs>35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Calibri</vt:lpstr>
      <vt:lpstr>Calibri Light</vt:lpstr>
      <vt:lpstr>Wingdings</vt:lpstr>
      <vt:lpstr>추억</vt:lpstr>
      <vt:lpstr>Claude Skill 심화</vt:lpstr>
      <vt:lpstr>스킬 생성 방식 비교</vt:lpstr>
      <vt:lpstr>주제에 대한 정보 탐색 (메타 프롬프트)</vt:lpstr>
      <vt:lpstr>탐색 결과 확인</vt:lpstr>
      <vt:lpstr>탐색 정보를 바탕으로 주제별 세부 탐색 진행</vt:lpstr>
      <vt:lpstr>리서치 결과 확인</vt:lpstr>
      <vt:lpstr>샘플 결과 확인</vt:lpstr>
      <vt:lpstr>샘플 결과가 마음에 안들때 구체적인 요청으로 확인</vt:lpstr>
      <vt:lpstr>스킬 작성 요청</vt:lpstr>
      <vt:lpstr>Plugin - MCP, 서브에이전트, SKILL들을 공유할 때</vt:lpstr>
      <vt:lpstr>플러그인으로만 공유하는 법</vt:lpstr>
      <vt:lpstr>MarketPlace로 공유하는 방법</vt:lpstr>
      <vt:lpstr>마켓 플레이스 공유</vt:lpstr>
      <vt:lpstr>버전 업데이트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14</cp:revision>
  <dcterms:created xsi:type="dcterms:W3CDTF">2026-07-08T09:51:18Z</dcterms:created>
  <dcterms:modified xsi:type="dcterms:W3CDTF">2026-07-08T13:38:25Z</dcterms:modified>
</cp:coreProperties>
</file>