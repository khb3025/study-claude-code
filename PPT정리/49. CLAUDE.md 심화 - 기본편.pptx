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0751C1D-7A6D-4CB5-BAC7-351308DE0A9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나쁜 CLAUDE.md 예시" id="{2659AC4E-BC23-4473-9B88-832BF4F7D005}">
          <p14:sldIdLst>
            <p14:sldId id="262"/>
            <p14:sldId id="263"/>
          </p14:sldIdLst>
        </p14:section>
        <p14:section name="좋은 CLAUDE.md 작성법" id="{C12AC9A2-72B8-4ADF-88E2-78FD39A46B9C}">
          <p14:sldIdLst>
            <p14:sldId id="264"/>
            <p14:sldId id="265"/>
            <p14:sldId id="266"/>
            <p14:sldId id="268"/>
            <p14:sldId id="267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0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82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17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5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23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0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24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62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41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53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10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B6BE5D0-82C9-40CF-9441-D9D567DD8E5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38287F-85DB-4BB6-A644-6A7F1BEEB6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01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DF1B34A-4E02-C888-DF08-DE3675A511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600"/>
              <a:t>Claude.md </a:t>
            </a:r>
            <a:r>
              <a:rPr lang="ko-KR" altLang="en-US" sz="6600"/>
              <a:t>완벽작성법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BD7CB648-C920-41BB-98D7-142BE7973E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43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FD15D-BE27-AA80-0390-AE57969E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컨텍스트 엔지니어링의 시작 </a:t>
            </a:r>
            <a:r>
              <a:rPr lang="en-US" altLang="ko-KR" sz="4000"/>
              <a:t>– CLAUDE.md 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FD2467-9FFE-48DF-8905-66CCED216D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53" t="22818" r="27010" b="19175"/>
          <a:stretch>
            <a:fillRect/>
          </a:stretch>
        </p:blipFill>
        <p:spPr>
          <a:xfrm>
            <a:off x="1455498" y="1894787"/>
            <a:ext cx="4755577" cy="33559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1B9CF4-772C-FEE4-2D8F-3689869496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98" t="31615" r="33814" b="29485"/>
          <a:stretch>
            <a:fillRect/>
          </a:stretch>
        </p:blipFill>
        <p:spPr>
          <a:xfrm>
            <a:off x="6444792" y="1894787"/>
            <a:ext cx="3912124" cy="266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0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0E469-6B56-C155-47B7-8CE48A7B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CLAUDE.md </a:t>
            </a:r>
            <a:r>
              <a:rPr lang="ko-KR" altLang="en-US" sz="4000"/>
              <a:t>란</a:t>
            </a:r>
            <a:r>
              <a:rPr lang="en-US" altLang="ko-KR" sz="4000"/>
              <a:t>?</a:t>
            </a:r>
            <a:endParaRPr lang="ko-KR" altLang="en-US" sz="4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D25243-F595-2714-29CF-A16A45AAE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59" t="29004" r="29098" b="29622"/>
          <a:stretch>
            <a:fillRect/>
          </a:stretch>
        </p:blipFill>
        <p:spPr>
          <a:xfrm>
            <a:off x="1097280" y="2051301"/>
            <a:ext cx="5055698" cy="28391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2C4C019-D80B-C422-D1A2-34659D9C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28" t="28537" r="29871" b="29347"/>
          <a:stretch>
            <a:fillRect/>
          </a:stretch>
        </p:blipFill>
        <p:spPr>
          <a:xfrm>
            <a:off x="6396793" y="2051301"/>
            <a:ext cx="4697927" cy="283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97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84615-F912-AC82-B57E-3C3F2616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CLUAD.md </a:t>
            </a:r>
            <a:r>
              <a:rPr lang="ko-KR" altLang="en-US" sz="4000"/>
              <a:t>가 지시나 맥락을 무시하는 이유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81571C-743C-BA05-1006-D10A920D4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15" t="26942" r="24149" b="18763"/>
          <a:stretch>
            <a:fillRect/>
          </a:stretch>
        </p:blipFill>
        <p:spPr>
          <a:xfrm>
            <a:off x="3027574" y="2007910"/>
            <a:ext cx="6136851" cy="37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36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7BD9A-0E96-78B7-4F50-D3E4BCC5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</a:t>
            </a:r>
            <a:r>
              <a:rPr lang="ko-KR" altLang="en-US"/>
              <a:t>와 </a:t>
            </a:r>
            <a:r>
              <a:rPr lang="en-US" altLang="ko-KR"/>
              <a:t>Auto Memory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A5D77A-AE59-785C-F613-F499315677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88" t="17320" r="25541" b="18076"/>
          <a:stretch>
            <a:fillRect/>
          </a:stretch>
        </p:blipFill>
        <p:spPr>
          <a:xfrm>
            <a:off x="1182121" y="1885361"/>
            <a:ext cx="4766192" cy="34730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080618-2336-CE34-4BFF-168DA6EC1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425" y="1885361"/>
            <a:ext cx="5427381" cy="19718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17DCE-1849-3D3A-BDC8-4F739A24D12E}"/>
              </a:ext>
            </a:extLst>
          </p:cNvPr>
          <p:cNvSpPr txBox="1"/>
          <p:nvPr/>
        </p:nvSpPr>
        <p:spPr>
          <a:xfrm>
            <a:off x="6344239" y="3968685"/>
            <a:ext cx="5637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Claude </a:t>
            </a:r>
            <a:r>
              <a:rPr lang="ko-KR" altLang="en-US" sz="1400"/>
              <a:t>의 </a:t>
            </a:r>
            <a:r>
              <a:rPr lang="en-US" altLang="ko-KR" sz="1400"/>
              <a:t>Auto Memory </a:t>
            </a:r>
            <a:r>
              <a:rPr lang="ko-KR" altLang="en-US" sz="1400"/>
              <a:t>기능은 사용자 경로내 </a:t>
            </a:r>
            <a:r>
              <a:rPr lang="en-US" altLang="ko-KR" sz="1400"/>
              <a:t>.claude/projects</a:t>
            </a:r>
            <a:r>
              <a:rPr lang="ko-KR" altLang="en-US" sz="1400"/>
              <a:t>에 저장</a:t>
            </a:r>
            <a:br>
              <a:rPr lang="en-US" altLang="ko-KR" sz="1400"/>
            </a:br>
            <a:br>
              <a:rPr lang="en-US" altLang="ko-KR" sz="1400"/>
            </a:br>
            <a:r>
              <a:rPr lang="ko-KR" altLang="en-US" sz="1400"/>
              <a:t>사용자와 대화했던 내용에 대한 기록으로 </a:t>
            </a:r>
            <a:r>
              <a:rPr lang="en-US" altLang="ko-KR" sz="1400"/>
              <a:t>memory(.md) </a:t>
            </a:r>
            <a:r>
              <a:rPr lang="ko-KR" altLang="en-US" sz="1400"/>
              <a:t>파일을 자체적으로 생성</a:t>
            </a:r>
            <a:r>
              <a:rPr lang="en-US" altLang="ko-KR" sz="1400"/>
              <a:t>. </a:t>
            </a:r>
            <a:endParaRPr lang="ko-KR" altLang="en-US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16A3C5B-4EC9-47C0-FFF8-179D8E42F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835" t="29141" r="27649" b="28219"/>
          <a:stretch>
            <a:fillRect/>
          </a:stretch>
        </p:blipFill>
        <p:spPr>
          <a:xfrm>
            <a:off x="7324626" y="4922792"/>
            <a:ext cx="3487919" cy="187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8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99E18-3E49-707A-2B96-6D10F1C6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Auto Memory </a:t>
            </a:r>
            <a:r>
              <a:rPr lang="ko-KR" altLang="en-US"/>
              <a:t>지시사항 편집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A627E99-57ED-4D0C-531B-03A4059AABF1}"/>
              </a:ext>
            </a:extLst>
          </p:cNvPr>
          <p:cNvGrpSpPr/>
          <p:nvPr/>
        </p:nvGrpSpPr>
        <p:grpSpPr>
          <a:xfrm>
            <a:off x="919221" y="1857468"/>
            <a:ext cx="4791744" cy="2181529"/>
            <a:chOff x="919221" y="1857468"/>
            <a:chExt cx="4791744" cy="21815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3162CA5-E2EB-CB27-7B65-447952605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9221" y="1857468"/>
              <a:ext cx="4791744" cy="218152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8AD28EA-D393-F4AA-6A6A-01A21255159E}"/>
                </a:ext>
              </a:extLst>
            </p:cNvPr>
            <p:cNvSpPr/>
            <p:nvPr/>
          </p:nvSpPr>
          <p:spPr>
            <a:xfrm>
              <a:off x="1348033" y="3761295"/>
              <a:ext cx="2064470" cy="1979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B6DDE95-1267-132B-0F3E-C3D26BC90CB3}"/>
              </a:ext>
            </a:extLst>
          </p:cNvPr>
          <p:cNvSpPr txBox="1"/>
          <p:nvPr/>
        </p:nvSpPr>
        <p:spPr>
          <a:xfrm>
            <a:off x="5957740" y="1875934"/>
            <a:ext cx="5420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3</a:t>
            </a:r>
            <a:r>
              <a:rPr lang="ko-KR" altLang="en-US" sz="1400"/>
              <a:t>번 선택 </a:t>
            </a:r>
            <a:r>
              <a:rPr lang="en-US" altLang="ko-KR" sz="1400"/>
              <a:t>Enter</a:t>
            </a:r>
            <a:r>
              <a:rPr lang="ko-KR" altLang="en-US" sz="1400"/>
              <a:t>연타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>
                <a:sym typeface="Wingdings" panose="05000000000000000000" pitchFamily="2" charset="2"/>
              </a:rPr>
              <a:t> memory</a:t>
            </a:r>
            <a:r>
              <a:rPr lang="ko-KR" altLang="en-US" sz="1400">
                <a:sym typeface="Wingdings" panose="05000000000000000000" pitchFamily="2" charset="2"/>
              </a:rPr>
              <a:t> 파일은 </a:t>
            </a:r>
            <a:r>
              <a:rPr lang="en-US" altLang="ko-KR" sz="1400">
                <a:sym typeface="Wingdings" panose="05000000000000000000" pitchFamily="2" charset="2"/>
              </a:rPr>
              <a:t>200</a:t>
            </a:r>
            <a:r>
              <a:rPr lang="ko-KR" altLang="en-US" sz="1400">
                <a:sym typeface="Wingdings" panose="05000000000000000000" pitchFamily="2" charset="2"/>
              </a:rPr>
              <a:t>줄을 넘기지 않도록 작성하는게 좋다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endParaRPr lang="ko-KR" altLang="en-US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CA57CA-C010-E170-1D1E-585FF4EE4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21" y="4125335"/>
            <a:ext cx="7197528" cy="21083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5941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734E6-9C3E-064B-5AA2-75016EE3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나쁜 </a:t>
            </a:r>
            <a:r>
              <a:rPr lang="en-US" altLang="ko-KR"/>
              <a:t>CLAUDE.md </a:t>
            </a:r>
            <a:r>
              <a:rPr lang="ko-KR" altLang="en-US"/>
              <a:t>파일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02AC3FE-CD1A-59D3-863C-3736830640DE}"/>
              </a:ext>
            </a:extLst>
          </p:cNvPr>
          <p:cNvGrpSpPr/>
          <p:nvPr/>
        </p:nvGrpSpPr>
        <p:grpSpPr>
          <a:xfrm>
            <a:off x="1178349" y="2055193"/>
            <a:ext cx="4690074" cy="3212357"/>
            <a:chOff x="235668" y="1981985"/>
            <a:chExt cx="4690074" cy="321235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F5DC1C9-C8E7-34BE-5163-2D070012E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129" t="22680" r="25000" b="22611"/>
            <a:stretch>
              <a:fillRect/>
            </a:stretch>
          </p:blipFill>
          <p:spPr>
            <a:xfrm>
              <a:off x="235669" y="1981985"/>
              <a:ext cx="4690073" cy="289402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F5E419-B623-46F2-8118-A4D875CA1A9E}"/>
                </a:ext>
              </a:extLst>
            </p:cNvPr>
            <p:cNvSpPr txBox="1"/>
            <p:nvPr/>
          </p:nvSpPr>
          <p:spPr>
            <a:xfrm>
              <a:off x="235668" y="4917343"/>
              <a:ext cx="41666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ym typeface="Wingdings" panose="05000000000000000000" pitchFamily="2" charset="2"/>
                </a:rPr>
                <a:t> </a:t>
              </a:r>
              <a:r>
                <a:rPr lang="ko-KR" altLang="en-US" sz="1200"/>
                <a:t>나쁜 예시 첫 번째</a:t>
              </a:r>
              <a:r>
                <a:rPr lang="en-US" altLang="ko-KR" sz="1200"/>
                <a:t>: 200</a:t>
              </a:r>
              <a:r>
                <a:rPr lang="ko-KR" altLang="en-US" sz="1200"/>
                <a:t>줄이 넘어가는 너무긴 내용 작성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56987-ABD0-293A-E9ED-F3A259D66C52}"/>
              </a:ext>
            </a:extLst>
          </p:cNvPr>
          <p:cNvGrpSpPr/>
          <p:nvPr/>
        </p:nvGrpSpPr>
        <p:grpSpPr>
          <a:xfrm>
            <a:off x="6323579" y="2055193"/>
            <a:ext cx="4277445" cy="3748422"/>
            <a:chOff x="5127537" y="1981985"/>
            <a:chExt cx="4277445" cy="374842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335C65B-94BD-5419-2EC4-7912A4D5B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840" t="20069" r="28944" b="19725"/>
            <a:stretch>
              <a:fillRect/>
            </a:stretch>
          </p:blipFill>
          <p:spPr>
            <a:xfrm>
              <a:off x="5127537" y="1981985"/>
              <a:ext cx="4277445" cy="343135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9B08B5-2ADE-5268-0CE7-252AB5F25E31}"/>
                </a:ext>
              </a:extLst>
            </p:cNvPr>
            <p:cNvSpPr txBox="1"/>
            <p:nvPr/>
          </p:nvSpPr>
          <p:spPr>
            <a:xfrm>
              <a:off x="5127537" y="5453408"/>
              <a:ext cx="3761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ym typeface="Wingdings" panose="05000000000000000000" pitchFamily="2" charset="2"/>
                </a:rPr>
                <a:t> </a:t>
              </a:r>
              <a:r>
                <a:rPr lang="ko-KR" altLang="en-US" sz="1200"/>
                <a:t>나쁜 예시 두 번째</a:t>
              </a:r>
              <a:r>
                <a:rPr lang="en-US" altLang="ko-KR" sz="1200"/>
                <a:t>: </a:t>
              </a:r>
              <a:r>
                <a:rPr lang="ko-KR" altLang="en-US" sz="1200"/>
                <a:t>모호한 표현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53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C9DB2-3457-B897-8BFB-7D4E32BF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나쁜 </a:t>
            </a:r>
            <a:r>
              <a:rPr lang="en-US" altLang="ko-KR"/>
              <a:t>CLAUDE.md </a:t>
            </a:r>
            <a:r>
              <a:rPr lang="ko-KR" altLang="en-US"/>
              <a:t>파일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1EDD44-272B-4EC9-7BF9-7EA13D482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54" t="28453" r="28324" b="22063"/>
          <a:stretch>
            <a:fillRect/>
          </a:stretch>
        </p:blipFill>
        <p:spPr>
          <a:xfrm>
            <a:off x="659877" y="1904214"/>
            <a:ext cx="5269583" cy="3393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F46886-988A-64FC-DFF1-05FEF55FCB79}"/>
              </a:ext>
            </a:extLst>
          </p:cNvPr>
          <p:cNvSpPr txBox="1"/>
          <p:nvPr/>
        </p:nvSpPr>
        <p:spPr>
          <a:xfrm>
            <a:off x="6126480" y="1904214"/>
            <a:ext cx="5646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/>
              <a:t>나쁜 예시 세 번째</a:t>
            </a:r>
            <a:r>
              <a:rPr lang="en-US" altLang="ko-KR" sz="1100"/>
              <a:t>: </a:t>
            </a:r>
            <a:r>
              <a:rPr lang="ko-KR" altLang="en-US" sz="1100"/>
              <a:t>프로젝트 규모가 커졌음에도 </a:t>
            </a:r>
            <a:r>
              <a:rPr lang="en-US" altLang="ko-KR" sz="1100"/>
              <a:t>CLAUDE.md </a:t>
            </a:r>
            <a:r>
              <a:rPr lang="ko-KR" altLang="en-US" sz="1100"/>
              <a:t>파일 하나로 모든 규칙을</a:t>
            </a:r>
            <a:br>
              <a:rPr lang="en-US" altLang="ko-KR" sz="1100"/>
            </a:br>
            <a:r>
              <a:rPr lang="en-US" altLang="ko-KR" sz="1100"/>
              <a:t>                                          </a:t>
            </a:r>
            <a:r>
              <a:rPr lang="ko-KR" altLang="en-US" sz="1100"/>
              <a:t>해결해나가려는 경우</a:t>
            </a:r>
            <a:r>
              <a:rPr lang="en-US" altLang="ko-KR" sz="1100"/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/>
          </a:p>
          <a:p>
            <a:r>
              <a:rPr lang="en-US" altLang="ko-KR" sz="1100"/>
              <a:t>※ </a:t>
            </a:r>
            <a:r>
              <a:rPr lang="ko-KR" altLang="en-US" sz="1100"/>
              <a:t>해결법은 </a:t>
            </a:r>
            <a:r>
              <a:rPr lang="en-US" altLang="ko-KR" sz="1100"/>
              <a:t>.claude/rules/ </a:t>
            </a:r>
            <a:r>
              <a:rPr lang="ko-KR" altLang="en-US" sz="1100"/>
              <a:t>하위에 각 기술별 규칙 </a:t>
            </a:r>
            <a:r>
              <a:rPr lang="en-US" altLang="ko-KR" sz="1100"/>
              <a:t>.md</a:t>
            </a:r>
            <a:r>
              <a:rPr lang="ko-KR" altLang="en-US" sz="1100"/>
              <a:t> 파일을 작성</a:t>
            </a:r>
          </a:p>
        </p:txBody>
      </p:sp>
    </p:spTree>
    <p:extLst>
      <p:ext uri="{BB962C8B-B14F-4D97-AF65-F5344CB8AC3E}">
        <p14:creationId xmlns:p14="http://schemas.microsoft.com/office/powerpoint/2010/main" val="352015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78E85-37BD-E49B-5240-F6C7F0710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자신에게 맞는 </a:t>
            </a:r>
            <a:r>
              <a:rPr lang="en-US" altLang="ko-KR"/>
              <a:t>CLAUDE.md </a:t>
            </a:r>
            <a:r>
              <a:rPr lang="ko-KR" altLang="en-US"/>
              <a:t>작성법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2E38ED-1D5F-976E-F8AE-99B5BB5C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13" t="12508" r="27009" b="10516"/>
          <a:stretch>
            <a:fillRect/>
          </a:stretch>
        </p:blipFill>
        <p:spPr>
          <a:xfrm>
            <a:off x="1097280" y="1932495"/>
            <a:ext cx="4327963" cy="4157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710AB1-D18D-F3F7-A648-805C3A42FF6A}"/>
              </a:ext>
            </a:extLst>
          </p:cNvPr>
          <p:cNvSpPr txBox="1"/>
          <p:nvPr/>
        </p:nvSpPr>
        <p:spPr>
          <a:xfrm>
            <a:off x="5571241" y="1932495"/>
            <a:ext cx="62971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처음부터 완벽한 </a:t>
            </a:r>
            <a:r>
              <a:rPr lang="en-US" altLang="ko-KR" sz="1400"/>
              <a:t>CLAUDE.md</a:t>
            </a:r>
            <a:r>
              <a:rPr lang="ko-KR" altLang="en-US" sz="1400"/>
              <a:t>를 작성할 필요없다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ko-KR" altLang="en-US" sz="1400"/>
              <a:t>프로젝트를 진행하다가 문제점이 발견하면 </a:t>
            </a:r>
            <a:br>
              <a:rPr lang="en-US" altLang="ko-KR" sz="1400"/>
            </a:br>
            <a:r>
              <a:rPr lang="ko-KR" altLang="en-US" sz="1400"/>
              <a:t>문제점을 해결 방법을 한 줄 씩 추가해나가면 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26532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5C994-1C96-0DCA-87DA-C89BEF0D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작성 추천 전략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A79A7A-6E50-8F11-1D9D-7E3A55C06AA7}"/>
              </a:ext>
            </a:extLst>
          </p:cNvPr>
          <p:cNvGrpSpPr/>
          <p:nvPr/>
        </p:nvGrpSpPr>
        <p:grpSpPr>
          <a:xfrm>
            <a:off x="1097280" y="1894786"/>
            <a:ext cx="5467547" cy="4279769"/>
            <a:chOff x="1097280" y="1894786"/>
            <a:chExt cx="5467547" cy="427976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897DBDB-A71A-D615-5BB4-E3BD8FAB8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526" t="19656" r="27629" b="17938"/>
            <a:stretch>
              <a:fillRect/>
            </a:stretch>
          </p:blipFill>
          <p:spPr>
            <a:xfrm>
              <a:off x="1097280" y="1894786"/>
              <a:ext cx="5467547" cy="427976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B87A299-9769-39C4-6115-0DB586500FF1}"/>
                </a:ext>
              </a:extLst>
            </p:cNvPr>
            <p:cNvSpPr/>
            <p:nvPr/>
          </p:nvSpPr>
          <p:spPr>
            <a:xfrm>
              <a:off x="1272619" y="4355184"/>
              <a:ext cx="3252247" cy="11500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4353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6054D-79BD-FDD8-0F7B-8EFB9EEE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작성 추천 전략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64968B-9E17-1250-CE93-67FDE1C4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49" t="20206" r="27474" b="20275"/>
          <a:stretch>
            <a:fillRect/>
          </a:stretch>
        </p:blipFill>
        <p:spPr>
          <a:xfrm>
            <a:off x="367645" y="1819373"/>
            <a:ext cx="4779390" cy="3549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18B34A-6EBB-CAFA-4E7F-A6B14C466DE6}"/>
              </a:ext>
            </a:extLst>
          </p:cNvPr>
          <p:cNvSpPr txBox="1"/>
          <p:nvPr/>
        </p:nvSpPr>
        <p:spPr>
          <a:xfrm>
            <a:off x="5241303" y="1819373"/>
            <a:ext cx="6583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개발하고자하는 프로젝트의 도메인 용어를 정리해두어라</a:t>
            </a:r>
          </a:p>
        </p:txBody>
      </p:sp>
    </p:spTree>
    <p:extLst>
      <p:ext uri="{BB962C8B-B14F-4D97-AF65-F5344CB8AC3E}">
        <p14:creationId xmlns:p14="http://schemas.microsoft.com/office/powerpoint/2010/main" val="410434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B73D8-856D-9569-F368-E906B772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작성 추천 전략</a:t>
            </a:r>
            <a:r>
              <a:rPr lang="en-US" altLang="ko-KR"/>
              <a:t>-3(</a:t>
            </a:r>
            <a:r>
              <a:rPr lang="ko-KR" altLang="en-US"/>
              <a:t>기본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92B2C0-3A41-439E-A065-1D96D99A5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03" t="21168" r="27551" b="19450"/>
          <a:stretch>
            <a:fillRect/>
          </a:stretch>
        </p:blipFill>
        <p:spPr>
          <a:xfrm>
            <a:off x="1097280" y="1979629"/>
            <a:ext cx="5467547" cy="40723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C7FC02-F8E5-58A6-1912-18B4E28D1D85}"/>
              </a:ext>
            </a:extLst>
          </p:cNvPr>
          <p:cNvSpPr txBox="1"/>
          <p:nvPr/>
        </p:nvSpPr>
        <p:spPr>
          <a:xfrm>
            <a:off x="6645897" y="1979629"/>
            <a:ext cx="5401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참고 자료로 작성된 파일들을 </a:t>
            </a:r>
            <a:r>
              <a:rPr lang="en-US" altLang="ko-KR" sz="1400"/>
              <a:t>CLAUDE.md </a:t>
            </a:r>
            <a:r>
              <a:rPr lang="ko-KR" altLang="en-US" sz="1400"/>
              <a:t>파일 내  </a:t>
            </a:r>
            <a:br>
              <a:rPr lang="en-US" altLang="ko-KR" sz="1400"/>
            </a:br>
            <a:r>
              <a:rPr lang="en-US" altLang="ko-KR" sz="1400"/>
              <a:t>@ </a:t>
            </a:r>
            <a:r>
              <a:rPr lang="ko-KR" altLang="en-US" sz="1400"/>
              <a:t>키워드로 언급하여 참조하게 하는 방법</a:t>
            </a:r>
          </a:p>
        </p:txBody>
      </p:sp>
    </p:spTree>
    <p:extLst>
      <p:ext uri="{BB962C8B-B14F-4D97-AF65-F5344CB8AC3E}">
        <p14:creationId xmlns:p14="http://schemas.microsoft.com/office/powerpoint/2010/main" val="1457656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51EB-1827-5BE7-85A2-1989AEDD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8096-F601-0E6A-7314-628C1274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작성 추천 전략</a:t>
            </a:r>
            <a:r>
              <a:rPr lang="en-US" altLang="ko-KR"/>
              <a:t>-4(</a:t>
            </a:r>
            <a:r>
              <a:rPr lang="ko-KR" altLang="en-US"/>
              <a:t>심화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F4E91-5563-6F92-609F-B9BCA60E3D1E}"/>
              </a:ext>
            </a:extLst>
          </p:cNvPr>
          <p:cNvSpPr txBox="1"/>
          <p:nvPr/>
        </p:nvSpPr>
        <p:spPr>
          <a:xfrm>
            <a:off x="5986021" y="1894786"/>
            <a:ext cx="47825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프로젝트 규모가 커질수록 도입하려는 기술에 관한</a:t>
            </a:r>
            <a:br>
              <a:rPr lang="en-US" altLang="ko-KR" sz="1400"/>
            </a:br>
            <a:r>
              <a:rPr lang="ko-KR" altLang="en-US" sz="1400"/>
              <a:t>규칙이 증가한다</a:t>
            </a:r>
            <a:r>
              <a:rPr lang="en-US" altLang="ko-KR" sz="1400"/>
              <a:t>. </a:t>
            </a:r>
            <a:br>
              <a:rPr lang="en-US" altLang="ko-KR" sz="1400"/>
            </a:br>
            <a:br>
              <a:rPr lang="en-US" altLang="ko-KR" sz="1400"/>
            </a:br>
            <a:r>
              <a:rPr lang="ko-KR" altLang="en-US" sz="1400"/>
              <a:t>해당하는 기술별로 기술파일을 </a:t>
            </a:r>
            <a:r>
              <a:rPr lang="en-US" altLang="ko-KR" sz="1400"/>
              <a:t>200</a:t>
            </a:r>
            <a:r>
              <a:rPr lang="ko-KR" altLang="en-US" sz="1400"/>
              <a:t>줄 내로 작성하면</a:t>
            </a:r>
            <a:r>
              <a:rPr lang="en-US" altLang="ko-KR" sz="1400"/>
              <a:t>,</a:t>
            </a:r>
            <a:br>
              <a:rPr lang="en-US" altLang="ko-KR" sz="1400"/>
            </a:br>
            <a:r>
              <a:rPr lang="ko-KR" altLang="en-US" sz="1400"/>
              <a:t>지시나 맥락이 쌓여 규칙에 어긋난 코드를 뱉어낼 확률이 줄어든다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DBEB6B-2FAF-D30E-2987-0C2B693BF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58" t="23093" r="26701" b="22749"/>
          <a:stretch>
            <a:fillRect/>
          </a:stretch>
        </p:blipFill>
        <p:spPr>
          <a:xfrm>
            <a:off x="367645" y="1894786"/>
            <a:ext cx="5552388" cy="371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5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05319-1D77-4EA0-C001-EEC53120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작성 추천 전략</a:t>
            </a:r>
            <a:r>
              <a:rPr lang="en-US" altLang="ko-KR"/>
              <a:t>-5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6D0A4B-7BC6-99F7-C21B-C9D5D63E0E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00" t="13334" r="29948" b="10516"/>
          <a:stretch>
            <a:fillRect/>
          </a:stretch>
        </p:blipFill>
        <p:spPr>
          <a:xfrm>
            <a:off x="4053526" y="1913538"/>
            <a:ext cx="4355183" cy="46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96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560A0-7D2A-F77F-15D9-28569BBE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작성 추천 전략</a:t>
            </a:r>
            <a:r>
              <a:rPr lang="en-US" altLang="ko-KR"/>
              <a:t>-6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A091B5-CDFA-B030-05E9-BDEF00C04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39" t="28179" r="28093" b="29484"/>
          <a:stretch>
            <a:fillRect/>
          </a:stretch>
        </p:blipFill>
        <p:spPr>
          <a:xfrm>
            <a:off x="3308808" y="1932495"/>
            <a:ext cx="5458120" cy="2903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8EE1D4-E15C-F713-AE62-C70E7FDCDCE8}"/>
              </a:ext>
            </a:extLst>
          </p:cNvPr>
          <p:cNvSpPr txBox="1"/>
          <p:nvPr/>
        </p:nvSpPr>
        <p:spPr>
          <a:xfrm>
            <a:off x="989814" y="4967926"/>
            <a:ext cx="10539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/>
              <a:t>주기적으로 규칙이 이루어지지 않은 부분은 있는지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이루어지지 않은 부분은 어떤 규칙을 추가하면되는지 리뷰하고 수정</a:t>
            </a:r>
          </a:p>
        </p:txBody>
      </p:sp>
    </p:spTree>
    <p:extLst>
      <p:ext uri="{BB962C8B-B14F-4D97-AF65-F5344CB8AC3E}">
        <p14:creationId xmlns:p14="http://schemas.microsoft.com/office/powerpoint/2010/main" val="228760359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</TotalTime>
  <Words>293</Words>
  <Application>Microsoft Office PowerPoint</Application>
  <PresentationFormat>와이드스크린</PresentationFormat>
  <Paragraphs>30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Wingdings</vt:lpstr>
      <vt:lpstr>추억</vt:lpstr>
      <vt:lpstr>Claude.md 완벽작성법</vt:lpstr>
      <vt:lpstr>컨텍스트 엔지니어링의 시작 – CLAUDE.md </vt:lpstr>
      <vt:lpstr>CLAUDE.md 란?</vt:lpstr>
      <vt:lpstr>CLUAD.md 가 지시나 맥락을 무시하는 이유</vt:lpstr>
      <vt:lpstr>CLAUDE.md와 Auto Memory</vt:lpstr>
      <vt:lpstr>Auto Memory 지시사항 편집</vt:lpstr>
      <vt:lpstr>나쁜 CLAUDE.md 파일</vt:lpstr>
      <vt:lpstr>나쁜 CLAUDE.md 파일</vt:lpstr>
      <vt:lpstr>자신에게 맞는 CLAUDE.md 작성법</vt:lpstr>
      <vt:lpstr>CLAUDE.md 작성 추천 전략-1</vt:lpstr>
      <vt:lpstr>CLAUDE.md 작성 추천 전략-2</vt:lpstr>
      <vt:lpstr>CLAUDE.md 작성 추천 전략-3(기본)</vt:lpstr>
      <vt:lpstr>CLAUDE.md 작성 추천 전략-4(심화)</vt:lpstr>
      <vt:lpstr>CLAUDE.md 작성 추천 전략-5</vt:lpstr>
      <vt:lpstr>CLAUDE.md 작성 추천 전략-6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23</cp:revision>
  <dcterms:created xsi:type="dcterms:W3CDTF">2026-07-08T17:21:34Z</dcterms:created>
  <dcterms:modified xsi:type="dcterms:W3CDTF">2026-07-08T18:03:08Z</dcterms:modified>
</cp:coreProperties>
</file>