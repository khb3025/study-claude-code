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0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CE5C-E3B8-43F5-9B59-6899D0535D6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50C5-09AE-43C2-827B-C7D4616A3AD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65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CE5C-E3B8-43F5-9B59-6899D0535D6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50C5-09AE-43C2-827B-C7D4616A3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07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CE5C-E3B8-43F5-9B59-6899D0535D6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50C5-09AE-43C2-827B-C7D4616A3AD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28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CE5C-E3B8-43F5-9B59-6899D0535D6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50C5-09AE-43C2-827B-C7D4616A3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568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CE5C-E3B8-43F5-9B59-6899D0535D6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50C5-09AE-43C2-827B-C7D4616A3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31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CE5C-E3B8-43F5-9B59-6899D0535D6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50C5-09AE-43C2-827B-C7D4616A3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7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CE5C-E3B8-43F5-9B59-6899D0535D6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50C5-09AE-43C2-827B-C7D4616A3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9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F0DCE5C-E3B8-43F5-9B59-6899D0535D6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8450C5-09AE-43C2-827B-C7D4616A3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56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CE5C-E3B8-43F5-9B59-6899D0535D6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50C5-09AE-43C2-827B-C7D4616A3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88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CE5C-E3B8-43F5-9B59-6899D0535D6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50C5-09AE-43C2-827B-C7D4616A3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53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CE5C-E3B8-43F5-9B59-6899D0535D6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450C5-09AE-43C2-827B-C7D4616A3A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321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F0DCE5C-E3B8-43F5-9B59-6899D0535D6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B8450C5-09AE-43C2-827B-C7D4616A3AD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911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63B66-11FA-DDAF-9E90-FCB34A4CE2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 dirty="0"/>
              <a:t>권한 관리</a:t>
            </a:r>
            <a:r>
              <a:rPr lang="en-US" altLang="ko-KR" sz="6000" dirty="0"/>
              <a:t>(/permissions)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A1ECE9-C0C5-544B-6E7B-3EDDFF6E14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43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EB76-BC0C-847F-846A-6567E2844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 – </a:t>
            </a:r>
            <a:r>
              <a:rPr lang="ko-KR" altLang="en-US" dirty="0"/>
              <a:t>계획</a:t>
            </a:r>
            <a:r>
              <a:rPr lang="en-US" altLang="ko-KR" dirty="0"/>
              <a:t>.md </a:t>
            </a:r>
            <a:r>
              <a:rPr lang="ko-KR" altLang="en-US" dirty="0"/>
              <a:t>파일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BAE696-44BE-C7A9-3CD1-AC32591C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78" y="1961945"/>
            <a:ext cx="4213297" cy="11927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926FB4E-9B38-7515-6947-CAF1F86754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438" t="48222"/>
          <a:stretch>
            <a:fillRect/>
          </a:stretch>
        </p:blipFill>
        <p:spPr>
          <a:xfrm>
            <a:off x="5342545" y="1961945"/>
            <a:ext cx="4213297" cy="3025264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D1C0C890-EEC8-0316-1E91-A0618D48CDA3}"/>
              </a:ext>
            </a:extLst>
          </p:cNvPr>
          <p:cNvSpPr/>
          <p:nvPr/>
        </p:nvSpPr>
        <p:spPr>
          <a:xfrm>
            <a:off x="4823460" y="2558312"/>
            <a:ext cx="342900" cy="238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6C66D-AFDE-A579-BBB1-FA2512B9CD96}"/>
              </a:ext>
            </a:extLst>
          </p:cNvPr>
          <p:cNvSpPr txBox="1"/>
          <p:nvPr/>
        </p:nvSpPr>
        <p:spPr>
          <a:xfrm>
            <a:off x="9616440" y="1961945"/>
            <a:ext cx="24765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 진행중 </a:t>
            </a:r>
            <a:r>
              <a:rPr lang="en-US" altLang="ko-KR" sz="1100" dirty="0"/>
              <a:t>ESC </a:t>
            </a:r>
            <a:r>
              <a:rPr lang="ko-KR" altLang="en-US" sz="1100" dirty="0"/>
              <a:t>가 아니라 </a:t>
            </a:r>
            <a:br>
              <a:rPr lang="en-US" altLang="ko-KR" sz="1100" dirty="0"/>
            </a:br>
            <a:r>
              <a:rPr lang="ko-KR" altLang="en-US" sz="1100" dirty="0"/>
              <a:t>터미널</a:t>
            </a:r>
            <a:r>
              <a:rPr lang="en-US" altLang="ko-KR" sz="1100" dirty="0"/>
              <a:t>(</a:t>
            </a:r>
            <a:r>
              <a:rPr lang="ko-KR" altLang="en-US" sz="1100" dirty="0"/>
              <a:t>세션</a:t>
            </a:r>
            <a:r>
              <a:rPr lang="en-US" altLang="ko-KR" sz="1100" dirty="0"/>
              <a:t>) </a:t>
            </a:r>
            <a:r>
              <a:rPr lang="ko-KR" altLang="en-US" sz="1100" dirty="0"/>
              <a:t>을 꺼버린 경우</a:t>
            </a:r>
            <a:r>
              <a:rPr lang="en-US" altLang="ko-KR" sz="1100" dirty="0"/>
              <a:t>. </a:t>
            </a:r>
            <a:br>
              <a:rPr lang="en-US" altLang="ko-KR" sz="1100" dirty="0"/>
            </a:br>
            <a:r>
              <a:rPr lang="ko-KR" altLang="en-US" sz="1100" dirty="0"/>
              <a:t>이전 세션 진행 이어가는 방법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endParaRPr lang="en-US" altLang="ko-KR" sz="1100" dirty="0"/>
          </a:p>
          <a:p>
            <a:r>
              <a:rPr lang="en-US" altLang="ko-KR" sz="1100" dirty="0"/>
              <a:t>1. </a:t>
            </a:r>
            <a:r>
              <a:rPr lang="ko-KR" altLang="en-US" sz="1100" dirty="0" err="1"/>
              <a:t>클로드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실행시</a:t>
            </a:r>
            <a:r>
              <a:rPr lang="ko-KR" altLang="en-US" sz="1100" dirty="0"/>
              <a:t> 옵션 추가</a:t>
            </a:r>
            <a:endParaRPr lang="en-US" altLang="ko-KR" sz="1100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100" dirty="0">
                <a:sym typeface="Wingdings" panose="05000000000000000000" pitchFamily="2" charset="2"/>
              </a:rPr>
              <a:t>Claude --</a:t>
            </a:r>
            <a:r>
              <a:rPr lang="en-US" altLang="ko-KR" sz="1100" dirty="0"/>
              <a:t>continue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altLang="ko-KR" sz="1100" dirty="0"/>
          </a:p>
          <a:p>
            <a:r>
              <a:rPr lang="en-US" altLang="ko-KR" sz="1100" dirty="0"/>
              <a:t>2. “/” </a:t>
            </a:r>
            <a:r>
              <a:rPr lang="ko-KR" altLang="en-US" sz="1100" dirty="0"/>
              <a:t>명령으로 이전 세션 명령 처리</a:t>
            </a:r>
            <a:r>
              <a:rPr lang="en-US" altLang="ko-KR" sz="1100" dirty="0"/>
              <a:t> </a:t>
            </a:r>
          </a:p>
          <a:p>
            <a:r>
              <a:rPr lang="en-US" altLang="ko-KR" sz="1100" dirty="0">
                <a:sym typeface="Wingdings" panose="05000000000000000000" pitchFamily="2" charset="2"/>
              </a:rPr>
              <a:t> /resume </a:t>
            </a:r>
            <a:r>
              <a:rPr lang="ko-KR" altLang="en-US" sz="1100" dirty="0">
                <a:sym typeface="Wingdings" panose="05000000000000000000" pitchFamily="2" charset="2"/>
              </a:rPr>
              <a:t>명령으로 이전 세션 </a:t>
            </a:r>
            <a:br>
              <a:rPr lang="en-US" altLang="ko-KR" sz="1100" dirty="0">
                <a:sym typeface="Wingdings" panose="05000000000000000000" pitchFamily="2" charset="2"/>
              </a:rPr>
            </a:br>
            <a:r>
              <a:rPr lang="en-US" altLang="ko-KR" sz="1100" dirty="0">
                <a:sym typeface="Wingdings" panose="05000000000000000000" pitchFamily="2" charset="2"/>
              </a:rPr>
              <a:t>     </a:t>
            </a:r>
            <a:r>
              <a:rPr lang="ko-KR" altLang="en-US" sz="1100" dirty="0">
                <a:sym typeface="Wingdings" panose="05000000000000000000" pitchFamily="2" charset="2"/>
              </a:rPr>
              <a:t>명령 확인 및 이전 명령 실행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64399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98652-C9F3-B055-8330-FEA73C5A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실습 </a:t>
            </a:r>
            <a:r>
              <a:rPr lang="en-US" altLang="ko-KR" sz="3600" dirty="0"/>
              <a:t>– </a:t>
            </a:r>
            <a:r>
              <a:rPr lang="ko-KR" altLang="en-US" sz="3600" dirty="0"/>
              <a:t>계획</a:t>
            </a:r>
            <a:r>
              <a:rPr lang="en-US" altLang="ko-KR" sz="3600" dirty="0"/>
              <a:t>.md </a:t>
            </a:r>
            <a:r>
              <a:rPr lang="ko-KR" altLang="en-US" sz="3600" dirty="0"/>
              <a:t>파일을 참고하여 프로젝트 초기화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B14D6E4-0E6C-39F8-63BF-9BF15AF431BB}"/>
              </a:ext>
            </a:extLst>
          </p:cNvPr>
          <p:cNvGrpSpPr/>
          <p:nvPr/>
        </p:nvGrpSpPr>
        <p:grpSpPr>
          <a:xfrm>
            <a:off x="830580" y="1920240"/>
            <a:ext cx="5265420" cy="3573780"/>
            <a:chOff x="830580" y="1920240"/>
            <a:chExt cx="5265420" cy="357378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17773C1-3F27-7CE5-D8AB-3314E85E3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6812" t="6556" b="41333"/>
            <a:stretch>
              <a:fillRect/>
            </a:stretch>
          </p:blipFill>
          <p:spPr>
            <a:xfrm>
              <a:off x="830580" y="1920240"/>
              <a:ext cx="5265420" cy="357378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BBF837-F463-317B-EC29-D46959F7552D}"/>
                </a:ext>
              </a:extLst>
            </p:cNvPr>
            <p:cNvSpPr/>
            <p:nvPr/>
          </p:nvSpPr>
          <p:spPr>
            <a:xfrm>
              <a:off x="1196340" y="3246120"/>
              <a:ext cx="4373880" cy="17221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0AFAC6E-A8D0-70A1-B607-3F12485065EA}"/>
              </a:ext>
            </a:extLst>
          </p:cNvPr>
          <p:cNvGrpSpPr/>
          <p:nvPr/>
        </p:nvGrpSpPr>
        <p:grpSpPr>
          <a:xfrm>
            <a:off x="6263496" y="1920240"/>
            <a:ext cx="2057687" cy="1581371"/>
            <a:chOff x="6263496" y="1920240"/>
            <a:chExt cx="2057687" cy="158137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BFCDE21-F8CC-38EB-19B3-7041EF626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3496" y="1920240"/>
              <a:ext cx="2057687" cy="1581371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17C7D8D-2887-CF15-77D4-B0E00BC09E2E}"/>
                </a:ext>
              </a:extLst>
            </p:cNvPr>
            <p:cNvSpPr/>
            <p:nvPr/>
          </p:nvSpPr>
          <p:spPr>
            <a:xfrm>
              <a:off x="6713220" y="3017520"/>
              <a:ext cx="929640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E5D19A6-F6FE-C820-EF97-1CA9EB5BEF80}"/>
              </a:ext>
            </a:extLst>
          </p:cNvPr>
          <p:cNvSpPr txBox="1"/>
          <p:nvPr/>
        </p:nvSpPr>
        <p:spPr>
          <a:xfrm>
            <a:off x="6217920" y="3672840"/>
            <a:ext cx="56616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ROADMAP.md </a:t>
            </a:r>
            <a:r>
              <a:rPr lang="ko-KR" altLang="en-US" sz="1100" dirty="0"/>
              <a:t>파일을 참고하여 프로젝트 규칙 </a:t>
            </a:r>
            <a:r>
              <a:rPr lang="en-US" altLang="ko-KR" sz="1100" dirty="0"/>
              <a:t>CLAUDE.md </a:t>
            </a:r>
            <a:r>
              <a:rPr lang="ko-KR" altLang="en-US" sz="1100" dirty="0"/>
              <a:t>파일이 작성된다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805273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30A0EC-F037-10A9-98DC-ACE90F4BE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– </a:t>
            </a:r>
            <a:r>
              <a:rPr lang="ko-KR" altLang="en-US" dirty="0"/>
              <a:t>권한 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4AF0B3-CF9D-8454-D497-CC8EEB94C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55" y="1904899"/>
            <a:ext cx="5249666" cy="1210849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F2334A2E-B8E6-C000-EB8E-75DA43C94796}"/>
              </a:ext>
            </a:extLst>
          </p:cNvPr>
          <p:cNvGrpSpPr/>
          <p:nvPr/>
        </p:nvGrpSpPr>
        <p:grpSpPr>
          <a:xfrm>
            <a:off x="244355" y="3283287"/>
            <a:ext cx="5229955" cy="2172003"/>
            <a:chOff x="244355" y="3283287"/>
            <a:chExt cx="5229955" cy="217200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BB4721F-F0EB-93A0-82E4-BCB650118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4355" y="3283287"/>
              <a:ext cx="5229955" cy="2172003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C419FA8-7908-3EDF-5601-9AB9110446AD}"/>
                </a:ext>
              </a:extLst>
            </p:cNvPr>
            <p:cNvSpPr/>
            <p:nvPr/>
          </p:nvSpPr>
          <p:spPr>
            <a:xfrm>
              <a:off x="487680" y="3429000"/>
              <a:ext cx="4770120" cy="3352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565A76C-3D10-B02A-B34D-06093E0688CC}"/>
              </a:ext>
            </a:extLst>
          </p:cNvPr>
          <p:cNvSpPr txBox="1"/>
          <p:nvPr/>
        </p:nvSpPr>
        <p:spPr>
          <a:xfrm>
            <a:off x="5577840" y="1904899"/>
            <a:ext cx="63017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권한을 보면 </a:t>
            </a:r>
            <a:r>
              <a:rPr lang="en-US" altLang="ko-KR" sz="1000" dirty="0"/>
              <a:t>Allow, Ask, Deny, Workspace </a:t>
            </a:r>
            <a:r>
              <a:rPr lang="ko-KR" altLang="en-US" sz="1000" dirty="0"/>
              <a:t>항목을 볼 수 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Allow </a:t>
            </a:r>
            <a:r>
              <a:rPr lang="en-US" altLang="ko-KR" sz="1000" dirty="0">
                <a:sym typeface="Wingdings" panose="05000000000000000000" pitchFamily="2" charset="2"/>
              </a:rPr>
              <a:t> Claude</a:t>
            </a:r>
            <a:r>
              <a:rPr lang="ko-KR" altLang="en-US" sz="1000" dirty="0">
                <a:sym typeface="Wingdings" panose="05000000000000000000" pitchFamily="2" charset="2"/>
              </a:rPr>
              <a:t>에 허가된 권한</a:t>
            </a:r>
            <a:endParaRPr lang="en-US" altLang="ko-KR" sz="1000" dirty="0">
              <a:sym typeface="Wingdings" panose="05000000000000000000" pitchFamily="2" charset="2"/>
            </a:endParaRPr>
          </a:p>
          <a:p>
            <a:r>
              <a:rPr lang="en-US" altLang="ko-KR" sz="1000" dirty="0">
                <a:sym typeface="Wingdings" panose="05000000000000000000" pitchFamily="2" charset="2"/>
              </a:rPr>
              <a:t>Ask  Claude</a:t>
            </a:r>
            <a:r>
              <a:rPr lang="ko-KR" altLang="en-US" sz="1000" dirty="0">
                <a:sym typeface="Wingdings" panose="05000000000000000000" pitchFamily="2" charset="2"/>
              </a:rPr>
              <a:t>가 작업 진행 시 사용자에게 반드시 물어보고 작업을 진행하는 권한</a:t>
            </a:r>
            <a:endParaRPr lang="en-US" altLang="ko-KR" sz="1000" dirty="0">
              <a:sym typeface="Wingdings" panose="05000000000000000000" pitchFamily="2" charset="2"/>
            </a:endParaRPr>
          </a:p>
          <a:p>
            <a:r>
              <a:rPr lang="en-US" altLang="ko-KR" sz="1000" dirty="0">
                <a:sym typeface="Wingdings" panose="05000000000000000000" pitchFamily="2" charset="2"/>
              </a:rPr>
              <a:t>Deny  Claude</a:t>
            </a:r>
            <a:r>
              <a:rPr lang="ko-KR" altLang="en-US" sz="1000" dirty="0">
                <a:sym typeface="Wingdings" panose="05000000000000000000" pitchFamily="2" charset="2"/>
              </a:rPr>
              <a:t>에게 허가되지 않은 권한</a:t>
            </a:r>
            <a:endParaRPr lang="en-US" altLang="ko-KR" sz="1000" dirty="0">
              <a:sym typeface="Wingdings" panose="05000000000000000000" pitchFamily="2" charset="2"/>
            </a:endParaRPr>
          </a:p>
          <a:p>
            <a:r>
              <a:rPr lang="en-US" altLang="ko-KR" sz="1000" dirty="0">
                <a:sym typeface="Wingdings" panose="05000000000000000000" pitchFamily="2" charset="2"/>
              </a:rPr>
              <a:t>Workspace  Claude</a:t>
            </a:r>
            <a:r>
              <a:rPr lang="ko-KR" altLang="en-US" sz="1000" dirty="0">
                <a:sym typeface="Wingdings" panose="05000000000000000000" pitchFamily="2" charset="2"/>
              </a:rPr>
              <a:t>에게 </a:t>
            </a:r>
            <a:r>
              <a:rPr lang="ko-KR" altLang="en-US" sz="1000" dirty="0" err="1">
                <a:sym typeface="Wingdings" panose="05000000000000000000" pitchFamily="2" charset="2"/>
              </a:rPr>
              <a:t>참고해야하는</a:t>
            </a:r>
            <a:r>
              <a:rPr lang="ko-KR" altLang="en-US" sz="1000" dirty="0">
                <a:sym typeface="Wingdings" panose="05000000000000000000" pitchFamily="2" charset="2"/>
              </a:rPr>
              <a:t> 디렉토리를 추가 </a:t>
            </a:r>
            <a:r>
              <a:rPr lang="en-US" altLang="ko-KR" sz="1000" dirty="0">
                <a:sym typeface="Wingdings" panose="05000000000000000000" pitchFamily="2" charset="2"/>
              </a:rPr>
              <a:t>[A</a:t>
            </a:r>
            <a:r>
              <a:rPr lang="ko-KR" altLang="en-US" sz="1000" dirty="0">
                <a:sym typeface="Wingdings" panose="05000000000000000000" pitchFamily="2" charset="2"/>
              </a:rPr>
              <a:t>프로젝트를 참고하여 </a:t>
            </a:r>
            <a:r>
              <a:rPr lang="en-US" altLang="ko-KR" sz="1000" dirty="0">
                <a:sym typeface="Wingdings" panose="05000000000000000000" pitchFamily="2" charset="2"/>
              </a:rPr>
              <a:t>B</a:t>
            </a:r>
            <a:r>
              <a:rPr lang="ko-KR" altLang="en-US" sz="1000" dirty="0">
                <a:sym typeface="Wingdings" panose="05000000000000000000" pitchFamily="2" charset="2"/>
              </a:rPr>
              <a:t>프로젝트 구현할 때 유용</a:t>
            </a:r>
            <a:r>
              <a:rPr lang="en-US" altLang="ko-KR" sz="1000" dirty="0">
                <a:sym typeface="Wingdings" panose="05000000000000000000" pitchFamily="2" charset="2"/>
              </a:rPr>
              <a:t>]</a:t>
            </a: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B676F24-D834-A3EE-85B5-23C68D2AF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828539"/>
            <a:ext cx="4787671" cy="137268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E7136E-0DB5-1EEA-DD24-CA2B7297A5A6}"/>
              </a:ext>
            </a:extLst>
          </p:cNvPr>
          <p:cNvSpPr txBox="1"/>
          <p:nvPr/>
        </p:nvSpPr>
        <p:spPr>
          <a:xfrm>
            <a:off x="5577840" y="4201228"/>
            <a:ext cx="620268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1.Add a new rule… </a:t>
            </a:r>
            <a:r>
              <a:rPr lang="ko-KR" altLang="en-US" sz="1100" dirty="0"/>
              <a:t>을 통해 규칙 생성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2. </a:t>
            </a:r>
            <a:r>
              <a:rPr lang="ko-KR" altLang="en-US" sz="1100" dirty="0"/>
              <a:t>모든 </a:t>
            </a:r>
            <a:r>
              <a:rPr lang="en-US" altLang="ko-KR" sz="1100" dirty="0"/>
              <a:t>Bash </a:t>
            </a:r>
            <a:r>
              <a:rPr lang="ko-KR" altLang="en-US" sz="1100" dirty="0"/>
              <a:t>명령어에 대한 허용 </a:t>
            </a:r>
            <a:r>
              <a:rPr lang="en-US" altLang="ko-KR" sz="1100" dirty="0"/>
              <a:t>(</a:t>
            </a:r>
            <a:r>
              <a:rPr lang="en-US" altLang="ko-KR" sz="1100" dirty="0" err="1"/>
              <a:t>e.g</a:t>
            </a:r>
            <a:r>
              <a:rPr lang="en-US" altLang="ko-KR" sz="1100" dirty="0"/>
              <a:t> </a:t>
            </a:r>
            <a:r>
              <a:rPr lang="ko-KR" altLang="en-US" sz="1100" dirty="0"/>
              <a:t>를 참고 </a:t>
            </a:r>
            <a:r>
              <a:rPr lang="en-US" altLang="ko-KR" sz="1100" dirty="0"/>
              <a:t>– </a:t>
            </a:r>
            <a:r>
              <a:rPr lang="ko-KR" altLang="en-US" sz="1100" dirty="0"/>
              <a:t>세부 권한을 부여 가능하다</a:t>
            </a:r>
            <a:r>
              <a:rPr lang="en-US" altLang="ko-KR" sz="1100" dirty="0"/>
              <a:t>. – Bash(</a:t>
            </a:r>
            <a:r>
              <a:rPr lang="ko-KR" altLang="en-US" sz="1100" dirty="0"/>
              <a:t>세부 권한</a:t>
            </a:r>
            <a:r>
              <a:rPr lang="en-US" altLang="ko-KR" sz="1100" dirty="0"/>
              <a:t>) )</a:t>
            </a:r>
          </a:p>
          <a:p>
            <a:endParaRPr lang="ko-KR" altLang="en-US" sz="11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C7E982-66CF-D7AB-DBFF-0A3AE1812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4684632"/>
            <a:ext cx="3360420" cy="13344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48ABD2-82F5-DEF0-1037-70FC1ED6D8CA}"/>
              </a:ext>
            </a:extLst>
          </p:cNvPr>
          <p:cNvSpPr txBox="1"/>
          <p:nvPr/>
        </p:nvSpPr>
        <p:spPr>
          <a:xfrm>
            <a:off x="8938260" y="4684632"/>
            <a:ext cx="31775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 dirty="0"/>
              <a:t>내 </a:t>
            </a:r>
            <a:r>
              <a:rPr lang="en-US" altLang="ko-KR" sz="1200" dirty="0"/>
              <a:t>API</a:t>
            </a:r>
            <a:r>
              <a:rPr lang="ko-KR" altLang="en-US" sz="1200" dirty="0"/>
              <a:t>키 </a:t>
            </a:r>
            <a:r>
              <a:rPr lang="en-US" altLang="ko-KR" sz="1200" dirty="0"/>
              <a:t>/ </a:t>
            </a:r>
            <a:r>
              <a:rPr lang="ko-KR" altLang="en-US" sz="1200" dirty="0"/>
              <a:t>내  개인 취향 설정 </a:t>
            </a:r>
            <a:r>
              <a:rPr lang="en-US" altLang="ko-KR" sz="1200" dirty="0"/>
              <a:t>/</a:t>
            </a:r>
            <a:r>
              <a:rPr lang="ko-KR" altLang="en-US" sz="1200" dirty="0"/>
              <a:t>로컬에서만 </a:t>
            </a:r>
            <a:br>
              <a:rPr lang="en-US" altLang="ko-KR" sz="1200" dirty="0"/>
            </a:br>
            <a:r>
              <a:rPr lang="en-US" altLang="ko-KR" sz="1200" dirty="0"/>
              <a:t>    </a:t>
            </a:r>
            <a:r>
              <a:rPr lang="ko-KR" altLang="en-US" sz="1200" dirty="0" err="1"/>
              <a:t>동작해야하는</a:t>
            </a:r>
            <a:r>
              <a:rPr lang="ko-KR" altLang="en-US" sz="1200" dirty="0"/>
              <a:t> 환경설정 및 규칙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팀원 모두가 </a:t>
            </a:r>
            <a:r>
              <a:rPr lang="ko-KR" altLang="en-US" sz="1200" dirty="0" err="1"/>
              <a:t>공유해야하는</a:t>
            </a:r>
            <a:r>
              <a:rPr lang="ko-KR" altLang="en-US" sz="1200" dirty="0"/>
              <a:t> 환경설정 및 규칙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OS</a:t>
            </a:r>
            <a:r>
              <a:rPr lang="ko-KR" altLang="en-US" sz="1200" dirty="0"/>
              <a:t> 사용자 레벨에서 적용하는 셋팅</a:t>
            </a:r>
          </a:p>
        </p:txBody>
      </p:sp>
    </p:spTree>
    <p:extLst>
      <p:ext uri="{BB962C8B-B14F-4D97-AF65-F5344CB8AC3E}">
        <p14:creationId xmlns:p14="http://schemas.microsoft.com/office/powerpoint/2010/main" val="185679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738DA-0EBB-EE49-7F71-5B79FAFF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– </a:t>
            </a:r>
            <a:r>
              <a:rPr lang="ko-KR" altLang="en-US" dirty="0"/>
              <a:t>권한 설정</a:t>
            </a:r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79733F-4455-ABE3-98B7-60B779D2F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5815"/>
            <a:ext cx="5792008" cy="2000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BA33F8-951C-4955-2568-ADC91A2AA4E1}"/>
              </a:ext>
            </a:extLst>
          </p:cNvPr>
          <p:cNvSpPr txBox="1"/>
          <p:nvPr/>
        </p:nvSpPr>
        <p:spPr>
          <a:xfrm>
            <a:off x="1097280" y="4038600"/>
            <a:ext cx="10386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터미널에서 선택한 설정에 의해 생성된 </a:t>
            </a:r>
            <a:r>
              <a:rPr lang="en-US" altLang="ko-KR" sz="1400" dirty="0"/>
              <a:t>.</a:t>
            </a:r>
            <a:r>
              <a:rPr lang="en-US" altLang="ko-KR" sz="1400" dirty="0" err="1"/>
              <a:t>claude</a:t>
            </a:r>
            <a:r>
              <a:rPr lang="en-US" altLang="ko-KR" sz="1400" dirty="0"/>
              <a:t>/</a:t>
            </a:r>
            <a:r>
              <a:rPr lang="en-US" altLang="ko-KR" sz="1400" dirty="0" err="1"/>
              <a:t>settings.local.json</a:t>
            </a:r>
            <a:r>
              <a:rPr lang="en-US" altLang="ko-KR" sz="1400" dirty="0"/>
              <a:t> </a:t>
            </a:r>
            <a:r>
              <a:rPr lang="ko-KR" altLang="en-US" sz="1400" dirty="0"/>
              <a:t>파일에서 권한 설정을 확인할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68563619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</TotalTime>
  <Words>239</Words>
  <Application>Microsoft Office PowerPoint</Application>
  <PresentationFormat>와이드스크린</PresentationFormat>
  <Paragraphs>22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Wingdings</vt:lpstr>
      <vt:lpstr>추억</vt:lpstr>
      <vt:lpstr>권한 관리(/permissions)</vt:lpstr>
      <vt:lpstr>실습 – 계획.md 파일 생성</vt:lpstr>
      <vt:lpstr>실습 – 계획.md 파일을 참고하여 프로젝트 초기화</vt:lpstr>
      <vt:lpstr>실습 – 권한 설정</vt:lpstr>
      <vt:lpstr>실습 – 권한 설정2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15</cp:revision>
  <dcterms:created xsi:type="dcterms:W3CDTF">2026-06-24T06:17:20Z</dcterms:created>
  <dcterms:modified xsi:type="dcterms:W3CDTF">2026-06-24T06:50:59Z</dcterms:modified>
</cp:coreProperties>
</file>