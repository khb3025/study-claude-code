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AC91-9FC0-4C47-B582-2BCD53BF42C7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4A71C-10E3-40EE-AB92-105CAF6F6AD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21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AC91-9FC0-4C47-B582-2BCD53BF42C7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4A71C-10E3-40EE-AB92-105CAF6F6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89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AC91-9FC0-4C47-B582-2BCD53BF42C7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4A71C-10E3-40EE-AB92-105CAF6F6AD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529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AC91-9FC0-4C47-B582-2BCD53BF42C7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4A71C-10E3-40EE-AB92-105CAF6F6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432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AC91-9FC0-4C47-B582-2BCD53BF42C7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4A71C-10E3-40EE-AB92-105CAF6F6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56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AC91-9FC0-4C47-B582-2BCD53BF42C7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4A71C-10E3-40EE-AB92-105CAF6F6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914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AC91-9FC0-4C47-B582-2BCD53BF42C7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4A71C-10E3-40EE-AB92-105CAF6F6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421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D4EAC91-9FC0-4C47-B582-2BCD53BF42C7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B4A71C-10E3-40EE-AB92-105CAF6F6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457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AC91-9FC0-4C47-B582-2BCD53BF42C7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4A71C-10E3-40EE-AB92-105CAF6F6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436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AC91-9FC0-4C47-B582-2BCD53BF42C7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4A71C-10E3-40EE-AB92-105CAF6F6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9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EAC91-9FC0-4C47-B582-2BCD53BF42C7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4A71C-10E3-40EE-AB92-105CAF6F6A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602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D4EAC91-9FC0-4C47-B582-2BCD53BF42C7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AB4A71C-10E3-40EE-AB92-105CAF6F6AD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68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130F87-3225-7150-DB5B-CD04CCC752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하네스 엔지니어링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0A548D-BCDD-5CE2-8D17-2B76F3AF14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600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72D9F2-EE4E-5C2F-AF50-DC7B1BF01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하네스 엔지니어링이란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16B702-1BBF-6A31-544E-F76AF3528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이태까지 총 강의를 배우고 정리해온 기술들로 더 좋은 코드를 작성할 수 있도록</a:t>
            </a:r>
            <a:endParaRPr lang="en-US" altLang="ko-KR"/>
          </a:p>
          <a:p>
            <a:r>
              <a:rPr lang="ko-KR" altLang="en-US"/>
              <a:t>환경을 갖추는 행위에 이름이 붙여진 것일 뿐</a:t>
            </a:r>
            <a:r>
              <a:rPr lang="en-US" altLang="ko-KR"/>
              <a:t>.</a:t>
            </a:r>
          </a:p>
          <a:p>
            <a:r>
              <a:rPr lang="ko-KR" altLang="en-US"/>
              <a:t>이미 나는 하네스 엔지니어링을 할 수 있고</a:t>
            </a:r>
            <a:r>
              <a:rPr lang="en-US" altLang="ko-KR"/>
              <a:t>, </a:t>
            </a:r>
            <a:r>
              <a:rPr lang="ko-KR" altLang="en-US"/>
              <a:t>하고 있었다</a:t>
            </a:r>
            <a:r>
              <a:rPr lang="en-US" altLang="ko-KR"/>
              <a:t>.</a:t>
            </a:r>
            <a:br>
              <a:rPr lang="en-US" altLang="ko-KR"/>
            </a:br>
            <a:br>
              <a:rPr lang="en-US" altLang="ko-KR"/>
            </a:br>
            <a:r>
              <a:rPr lang="en-US" altLang="ko-KR">
                <a:sym typeface="Wingdings" panose="05000000000000000000" pitchFamily="2" charset="2"/>
              </a:rPr>
              <a:t> CLAUDE.md / rules </a:t>
            </a:r>
            <a:r>
              <a:rPr lang="ko-KR" altLang="en-US">
                <a:sym typeface="Wingdings" panose="05000000000000000000" pitchFamily="2" charset="2"/>
              </a:rPr>
              <a:t>및 구조화 메모리</a:t>
            </a:r>
            <a:r>
              <a:rPr lang="en-US" altLang="ko-KR">
                <a:sym typeface="Wingdings" panose="05000000000000000000" pitchFamily="2" charset="2"/>
              </a:rPr>
              <a:t>/ permissions / mcp / skill / subagent /hook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en-US" altLang="ko-KR">
                <a:sym typeface="Wingdings" panose="05000000000000000000" pitchFamily="2" charset="2"/>
              </a:rPr>
              <a:t>     </a:t>
            </a:r>
            <a:r>
              <a:rPr lang="ko-KR" altLang="en-US">
                <a:sym typeface="Wingdings" panose="05000000000000000000" pitchFamily="2" charset="2"/>
              </a:rPr>
              <a:t>등 프로젝트에 셋팅하는 행위 </a:t>
            </a:r>
            <a:r>
              <a:rPr lang="en-US" altLang="ko-KR">
                <a:sym typeface="Wingdings" panose="05000000000000000000" pitchFamily="2" charset="2"/>
              </a:rPr>
              <a:t>== </a:t>
            </a:r>
            <a:r>
              <a:rPr lang="ko-KR" altLang="en-US">
                <a:sym typeface="Wingdings" panose="05000000000000000000" pitchFamily="2" charset="2"/>
              </a:rPr>
              <a:t>코드를 더 깔끔하게 뱉어내기위한 환경구축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en-US" altLang="ko-KR">
                <a:sym typeface="Wingdings" panose="05000000000000000000" pitchFamily="2" charset="2"/>
              </a:rPr>
              <a:t>     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678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6A7BD7-9A93-9AB9-4151-36E93E63F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하네스 엔지니어링의 핵심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F7759C-4054-86FB-6CDC-0AE702FE1C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29" t="25333" r="26391" b="25333"/>
          <a:stretch>
            <a:fillRect/>
          </a:stretch>
        </p:blipFill>
        <p:spPr>
          <a:xfrm>
            <a:off x="1097280" y="1901714"/>
            <a:ext cx="4882476" cy="279477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ABB550A-9BF2-B972-0E3A-66B21F8024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30" t="26530" r="28016" b="25332"/>
          <a:stretch>
            <a:fillRect/>
          </a:stretch>
        </p:blipFill>
        <p:spPr>
          <a:xfrm>
            <a:off x="6495068" y="1901714"/>
            <a:ext cx="4660612" cy="279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18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AB05F-0FBE-DCD7-BF14-8685FF5B5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환경 셋팅 팁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191C24-A07D-2619-C928-B0059D95CC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84" t="31340" r="24227" b="30035"/>
          <a:stretch>
            <a:fillRect/>
          </a:stretch>
        </p:blipFill>
        <p:spPr>
          <a:xfrm>
            <a:off x="1143160" y="1957031"/>
            <a:ext cx="5178038" cy="22282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2153C7-AFDC-8A22-14A6-09939DBC38FA}"/>
              </a:ext>
            </a:extLst>
          </p:cNvPr>
          <p:cNvSpPr txBox="1"/>
          <p:nvPr/>
        </p:nvSpPr>
        <p:spPr>
          <a:xfrm>
            <a:off x="1143160" y="4185253"/>
            <a:ext cx="3930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검증을 시키면 자기자신이 만든 코드에 대한 검증은</a:t>
            </a:r>
            <a:br>
              <a:rPr lang="en-US" altLang="ko-KR" sz="1200"/>
            </a:br>
            <a:r>
              <a:rPr lang="ko-KR" altLang="en-US" sz="1200"/>
              <a:t>잘했다고 내뱉는다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51E35EA-3515-33A1-623A-1FCC7F2CC2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25" t="30516" r="25464" b="28248"/>
          <a:stretch>
            <a:fillRect/>
          </a:stretch>
        </p:blipFill>
        <p:spPr>
          <a:xfrm>
            <a:off x="6523974" y="1957032"/>
            <a:ext cx="4679265" cy="2228221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345198A-C577-8BA9-4B87-CFFC848484A1}"/>
              </a:ext>
            </a:extLst>
          </p:cNvPr>
          <p:cNvCxnSpPr/>
          <p:nvPr/>
        </p:nvCxnSpPr>
        <p:spPr>
          <a:xfrm>
            <a:off x="9136772" y="3176833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D6A11E7-3AD0-A240-1FFC-A7CE16216FBB}"/>
              </a:ext>
            </a:extLst>
          </p:cNvPr>
          <p:cNvSpPr txBox="1"/>
          <p:nvPr/>
        </p:nvSpPr>
        <p:spPr>
          <a:xfrm>
            <a:off x="6523974" y="4289196"/>
            <a:ext cx="4929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-&gt; code-generator </a:t>
            </a:r>
            <a:r>
              <a:rPr lang="ko-KR" altLang="en-US" sz="1400"/>
              <a:t>서브에이전트</a:t>
            </a:r>
            <a:endParaRPr lang="en-US" altLang="ko-KR" sz="1400"/>
          </a:p>
          <a:p>
            <a:r>
              <a:rPr lang="en-US" altLang="ko-KR" sz="1400"/>
              <a:t>-&gt; code-evaluator </a:t>
            </a:r>
            <a:r>
              <a:rPr lang="ko-KR" altLang="en-US" sz="1400"/>
              <a:t>서브에이전트</a:t>
            </a:r>
          </a:p>
        </p:txBody>
      </p:sp>
    </p:spTree>
    <p:extLst>
      <p:ext uri="{BB962C8B-B14F-4D97-AF65-F5344CB8AC3E}">
        <p14:creationId xmlns:p14="http://schemas.microsoft.com/office/powerpoint/2010/main" val="112185771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</TotalTime>
  <Words>94</Words>
  <Application>Microsoft Office PowerPoint</Application>
  <PresentationFormat>와이드스크린</PresentationFormat>
  <Paragraphs>10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Calibri</vt:lpstr>
      <vt:lpstr>Calibri Light</vt:lpstr>
      <vt:lpstr>Wingdings</vt:lpstr>
      <vt:lpstr>추억</vt:lpstr>
      <vt:lpstr>하네스 엔지니어링</vt:lpstr>
      <vt:lpstr>하네스 엔지니어링이란?</vt:lpstr>
      <vt:lpstr>하네스 엔지니어링의 핵심</vt:lpstr>
      <vt:lpstr>환경 셋팅 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</cp:revision>
  <dcterms:created xsi:type="dcterms:W3CDTF">2026-07-09T06:17:27Z</dcterms:created>
  <dcterms:modified xsi:type="dcterms:W3CDTF">2026-07-09T06:29:23Z</dcterms:modified>
</cp:coreProperties>
</file>