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13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5590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548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253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76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246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4627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914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57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49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677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6528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5D39388-A4BC-4A5C-AE4B-7EDD981E8894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77FC0275-4C3A-4C71-A33F-48DB7D2F5AA4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091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618A8-DB09-1F97-4731-47DBE77666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권한 모드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4626DA-F6A4-6800-CE21-E46E31DC3DF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796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B02E4D-119A-68AE-DDD6-72B1AB54B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권한 모드 종류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8BCEDB-FECC-260A-488F-6B4696AF53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00" t="35999" r="26346" b="44160"/>
          <a:stretch>
            <a:fillRect/>
          </a:stretch>
        </p:blipFill>
        <p:spPr>
          <a:xfrm>
            <a:off x="1181100" y="1836420"/>
            <a:ext cx="5992837" cy="13606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C238C1-EEE1-2C99-4F5E-030343B6ABB6}"/>
              </a:ext>
            </a:extLst>
          </p:cNvPr>
          <p:cNvSpPr txBox="1"/>
          <p:nvPr/>
        </p:nvSpPr>
        <p:spPr>
          <a:xfrm>
            <a:off x="1181100" y="3253740"/>
            <a:ext cx="87934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※ </a:t>
            </a:r>
            <a:r>
              <a:rPr lang="en-US" altLang="ko-KR" sz="1200" dirty="0" err="1"/>
              <a:t>accptEdits</a:t>
            </a:r>
            <a:r>
              <a:rPr lang="en-US" altLang="ko-KR" sz="1200" dirty="0"/>
              <a:t> </a:t>
            </a:r>
            <a:r>
              <a:rPr lang="ko-KR" altLang="en-US" sz="1200" dirty="0"/>
              <a:t>와 </a:t>
            </a:r>
            <a:r>
              <a:rPr lang="en-US" altLang="ko-KR" sz="1200" dirty="0"/>
              <a:t>plan </a:t>
            </a:r>
            <a:r>
              <a:rPr lang="ko-KR" altLang="en-US" sz="1200" dirty="0"/>
              <a:t>모드가 매우 유용하게 사용된다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418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F0687E-02F3-EBD0-7B09-C030B9C3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권한 모드 설정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A7ACEE5-FFD6-0286-A443-73C3FF9C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0179"/>
            <a:ext cx="4315427" cy="9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180088-F910-2BBD-D087-015DD79A7801}"/>
              </a:ext>
            </a:extLst>
          </p:cNvPr>
          <p:cNvSpPr txBox="1"/>
          <p:nvPr/>
        </p:nvSpPr>
        <p:spPr>
          <a:xfrm>
            <a:off x="1097280" y="2909499"/>
            <a:ext cx="63050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Default </a:t>
            </a:r>
            <a:r>
              <a:rPr lang="ko-KR" altLang="en-US" sz="1200" dirty="0"/>
              <a:t>모드 </a:t>
            </a:r>
            <a:r>
              <a:rPr lang="en-US" altLang="ko-KR" sz="1200" dirty="0"/>
              <a:t>: </a:t>
            </a:r>
            <a:r>
              <a:rPr lang="ko-KR" altLang="en-US" sz="1200" dirty="0"/>
              <a:t>아무런 변경 없이 프롬프트 질의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19703F-6844-40C3-6EB6-0285316CC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359332"/>
            <a:ext cx="4315427" cy="787149"/>
          </a:xfrm>
          <a:prstGeom prst="rect">
            <a:avLst/>
          </a:prstGeom>
        </p:spPr>
      </p:pic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7FC45B8E-0A52-CB20-B629-A9D02117928D}"/>
              </a:ext>
            </a:extLst>
          </p:cNvPr>
          <p:cNvCxnSpPr>
            <a:cxnSpLocks/>
            <a:stCxn id="4" idx="3"/>
            <a:endCxn id="7" idx="3"/>
          </p:cNvCxnSpPr>
          <p:nvPr/>
        </p:nvCxnSpPr>
        <p:spPr>
          <a:xfrm>
            <a:off x="5412707" y="2392680"/>
            <a:ext cx="12700" cy="13602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D8187E5-6FE3-31EA-25A2-684EE4898C00}"/>
              </a:ext>
            </a:extLst>
          </p:cNvPr>
          <p:cNvSpPr txBox="1"/>
          <p:nvPr/>
        </p:nvSpPr>
        <p:spPr>
          <a:xfrm>
            <a:off x="5712822" y="2909499"/>
            <a:ext cx="2003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shift + tab</a:t>
            </a:r>
            <a:endParaRPr lang="ko-KR" altLang="en-US" sz="12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B670C28-2052-FCF0-178B-79AE9AC938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708156"/>
            <a:ext cx="4201111" cy="73352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4CB1BC-D350-6B44-4A62-0BA696C3E91F}"/>
              </a:ext>
            </a:extLst>
          </p:cNvPr>
          <p:cNvSpPr txBox="1"/>
          <p:nvPr/>
        </p:nvSpPr>
        <p:spPr>
          <a:xfrm>
            <a:off x="1097280" y="4214949"/>
            <a:ext cx="4315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세션의 파일 편집 권한을 묻고 따지지 않음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0E678B-9DD4-A6FE-01CD-61139044F8BB}"/>
              </a:ext>
            </a:extLst>
          </p:cNvPr>
          <p:cNvSpPr txBox="1"/>
          <p:nvPr/>
        </p:nvSpPr>
        <p:spPr>
          <a:xfrm>
            <a:off x="1040121" y="5519391"/>
            <a:ext cx="4315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Claude</a:t>
            </a:r>
            <a:r>
              <a:rPr lang="ko-KR" altLang="en-US" sz="1200" dirty="0"/>
              <a:t>가 분석 및 계획을 수립하고 수행은 하지 않음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19" name="연결선: 구부러짐 18">
            <a:extLst>
              <a:ext uri="{FF2B5EF4-FFF2-40B4-BE49-F238E27FC236}">
                <a16:creationId xmlns:a16="http://schemas.microsoft.com/office/drawing/2014/main" id="{2852B1BC-4438-9DA8-1601-C3672A4EAE3D}"/>
              </a:ext>
            </a:extLst>
          </p:cNvPr>
          <p:cNvCxnSpPr>
            <a:cxnSpLocks/>
          </p:cNvCxnSpPr>
          <p:nvPr/>
        </p:nvCxnSpPr>
        <p:spPr>
          <a:xfrm>
            <a:off x="5400007" y="3879294"/>
            <a:ext cx="12700" cy="136022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29F2C9A-C974-9B68-AB56-1F6423BF3CFB}"/>
              </a:ext>
            </a:extLst>
          </p:cNvPr>
          <p:cNvSpPr txBox="1"/>
          <p:nvPr/>
        </p:nvSpPr>
        <p:spPr>
          <a:xfrm>
            <a:off x="5777446" y="4431157"/>
            <a:ext cx="2003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shift + tab</a:t>
            </a:r>
            <a:endParaRPr lang="ko-KR" altLang="en-US" sz="1200" dirty="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2F76A5F3-68FB-6012-2815-2345D63144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4533" y="1940179"/>
            <a:ext cx="4258269" cy="885949"/>
          </a:xfrm>
          <a:prstGeom prst="rect">
            <a:avLst/>
          </a:prstGeom>
        </p:spPr>
      </p:pic>
      <p:cxnSp>
        <p:nvCxnSpPr>
          <p:cNvPr id="23" name="연결선: 구부러짐 22">
            <a:extLst>
              <a:ext uri="{FF2B5EF4-FFF2-40B4-BE49-F238E27FC236}">
                <a16:creationId xmlns:a16="http://schemas.microsoft.com/office/drawing/2014/main" id="{C761CE5B-F2DE-1A6D-DC76-E87627F79A14}"/>
              </a:ext>
            </a:extLst>
          </p:cNvPr>
          <p:cNvCxnSpPr>
            <a:cxnSpLocks/>
            <a:endCxn id="22" idx="2"/>
          </p:cNvCxnSpPr>
          <p:nvPr/>
        </p:nvCxnSpPr>
        <p:spPr>
          <a:xfrm flipV="1">
            <a:off x="5425407" y="2826128"/>
            <a:ext cx="3788261" cy="2413393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CB166D7-6DE4-CD60-FD35-F5DD3A1BECB0}"/>
              </a:ext>
            </a:extLst>
          </p:cNvPr>
          <p:cNvSpPr txBox="1"/>
          <p:nvPr/>
        </p:nvSpPr>
        <p:spPr>
          <a:xfrm>
            <a:off x="8437914" y="4262647"/>
            <a:ext cx="20036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 shift + tab</a:t>
            </a:r>
            <a:endParaRPr lang="ko-KR" altLang="en-US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147A7A-01A9-2869-7FF7-48E8DDFFDEEB}"/>
              </a:ext>
            </a:extLst>
          </p:cNvPr>
          <p:cNvSpPr txBox="1"/>
          <p:nvPr/>
        </p:nvSpPr>
        <p:spPr>
          <a:xfrm>
            <a:off x="7084533" y="2909499"/>
            <a:ext cx="4258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자동으로 모든 것을 승인</a:t>
            </a:r>
            <a:br>
              <a:rPr lang="en-US" altLang="ko-KR" sz="1200" dirty="0"/>
            </a:br>
            <a:r>
              <a:rPr lang="en-US" altLang="ko-KR" sz="1200" dirty="0"/>
              <a:t>(</a:t>
            </a:r>
            <a:r>
              <a:rPr lang="ko-KR" altLang="en-US" sz="1200" dirty="0"/>
              <a:t>아주 안전한 환경에서만 사용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015327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FDD3C-70BE-BEA5-ABF0-AD0AA7F66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</a:t>
            </a:r>
            <a:r>
              <a:rPr lang="ko-KR" altLang="en-US" dirty="0"/>
              <a:t>모드 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96B40B-102C-FF71-52D7-309BE0554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20" y="1928948"/>
            <a:ext cx="7036527" cy="39580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A8A172A-B909-6EB1-17B4-E2AAA1A1D34B}"/>
              </a:ext>
            </a:extLst>
          </p:cNvPr>
          <p:cNvSpPr txBox="1"/>
          <p:nvPr/>
        </p:nvSpPr>
        <p:spPr>
          <a:xfrm>
            <a:off x="7532914" y="1928948"/>
            <a:ext cx="451974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>
                <a:solidFill>
                  <a:srgbClr val="FF0000"/>
                </a:solidFill>
              </a:rPr>
              <a:t>Plan </a:t>
            </a:r>
            <a:r>
              <a:rPr lang="ko-KR" altLang="en-US" sz="1100" b="1" dirty="0">
                <a:solidFill>
                  <a:srgbClr val="FF0000"/>
                </a:solidFill>
              </a:rPr>
              <a:t>모드의 중요성</a:t>
            </a:r>
            <a:r>
              <a:rPr lang="en-US" altLang="ko-KR" sz="1100" b="1" dirty="0">
                <a:solidFill>
                  <a:srgbClr val="FF0000"/>
                </a:solidFill>
              </a:rPr>
              <a:t>:</a:t>
            </a:r>
            <a:br>
              <a:rPr lang="en-US" altLang="ko-KR" sz="1100" dirty="0"/>
            </a:br>
            <a:br>
              <a:rPr lang="en-US" altLang="ko-KR" sz="1100" dirty="0"/>
            </a:br>
            <a:r>
              <a:rPr lang="ko-KR" altLang="en-US" sz="1100" dirty="0"/>
              <a:t>정확한 </a:t>
            </a:r>
            <a:r>
              <a:rPr lang="en-US" altLang="ko-KR" sz="1100" dirty="0"/>
              <a:t>Prompt / </a:t>
            </a:r>
            <a:r>
              <a:rPr lang="ko-KR" altLang="en-US" sz="1100" dirty="0"/>
              <a:t>정확한 </a:t>
            </a:r>
            <a:r>
              <a:rPr lang="en-US" altLang="ko-KR" sz="1100" dirty="0"/>
              <a:t>Context</a:t>
            </a:r>
            <a:r>
              <a:rPr lang="ko-KR" altLang="en-US" sz="1100" dirty="0"/>
              <a:t>를 입력하지 않는 이상 첫 계획부터 이상 없이 동작하는 프로젝트를 구성하기 힘들다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en-US" altLang="ko-KR" sz="1100" dirty="0"/>
              <a:t>Claude</a:t>
            </a:r>
            <a:r>
              <a:rPr lang="ko-KR" altLang="en-US" sz="1100" dirty="0"/>
              <a:t>가 계획한 </a:t>
            </a:r>
            <a:r>
              <a:rPr lang="en-US" altLang="ko-KR" sz="1100" dirty="0"/>
              <a:t>Plan</a:t>
            </a:r>
            <a:r>
              <a:rPr lang="ko-KR" altLang="en-US" sz="1100" dirty="0"/>
              <a:t>을 유심히 읽고</a:t>
            </a:r>
            <a:r>
              <a:rPr lang="en-US" altLang="ko-KR" sz="1100" dirty="0"/>
              <a:t>, </a:t>
            </a:r>
            <a:r>
              <a:rPr lang="ko-KR" altLang="en-US" sz="1100" dirty="0"/>
              <a:t>문제 있는 부분이 예상되면</a:t>
            </a:r>
            <a:r>
              <a:rPr lang="en-US" altLang="ko-KR" sz="1100" dirty="0"/>
              <a:t>, </a:t>
            </a:r>
            <a:r>
              <a:rPr lang="ko-KR" altLang="en-US" sz="1100" dirty="0"/>
              <a:t>다시 </a:t>
            </a:r>
            <a:r>
              <a:rPr lang="en-US" altLang="ko-KR" sz="1100" dirty="0"/>
              <a:t>Plan</a:t>
            </a:r>
            <a:r>
              <a:rPr lang="ko-KR" altLang="en-US" sz="1100" dirty="0"/>
              <a:t>을 세우고 반복에 반복을 거듭하여</a:t>
            </a:r>
            <a:r>
              <a:rPr lang="en-US" altLang="ko-KR" sz="1100" dirty="0"/>
              <a:t>, </a:t>
            </a:r>
            <a:r>
              <a:rPr lang="ko-KR" altLang="en-US" sz="1100" dirty="0"/>
              <a:t>프로젝트 생성을 요청하는 것이 </a:t>
            </a:r>
            <a:r>
              <a:rPr lang="en-US" altLang="ko-KR" sz="1100" dirty="0"/>
              <a:t>Token</a:t>
            </a:r>
            <a:r>
              <a:rPr lang="ko-KR" altLang="en-US" sz="1100" dirty="0"/>
              <a:t>과 비용을 아끼는 길이다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68923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02A2E1-ADEC-5E9E-9ECF-A64411694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</a:t>
            </a:r>
            <a:r>
              <a:rPr lang="ko-KR" altLang="en-US" dirty="0"/>
              <a:t>모드 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A839216-5FE9-18F4-699D-3EAB9793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55" y="1924595"/>
            <a:ext cx="7702247" cy="4332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02B881-676D-ED71-4895-096DCE9C3F37}"/>
              </a:ext>
            </a:extLst>
          </p:cNvPr>
          <p:cNvSpPr txBox="1"/>
          <p:nvPr/>
        </p:nvSpPr>
        <p:spPr>
          <a:xfrm>
            <a:off x="8011886" y="1924595"/>
            <a:ext cx="38927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</a:t>
            </a:r>
            <a:r>
              <a:rPr lang="ko-KR" altLang="en-US" sz="1400" dirty="0"/>
              <a:t>프로젝트 폴더의 구조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- index.html</a:t>
            </a:r>
            <a:r>
              <a:rPr lang="ko-KR" altLang="en-US" sz="1400" dirty="0"/>
              <a:t> 에 각 섹션별로 이력 관련 정보</a:t>
            </a:r>
            <a:r>
              <a:rPr lang="en-US" altLang="ko-KR" sz="1400" dirty="0"/>
              <a:t>.</a:t>
            </a:r>
            <a:br>
              <a:rPr lang="en-US" altLang="ko-KR" sz="1400" dirty="0"/>
            </a:br>
            <a:r>
              <a:rPr lang="en-US" altLang="ko-KR" sz="1400" dirty="0"/>
              <a:t>- …</a:t>
            </a:r>
          </a:p>
          <a:p>
            <a:br>
              <a:rPr lang="en-US" altLang="ko-KR" sz="1400" dirty="0"/>
            </a:br>
            <a:r>
              <a:rPr lang="ko-KR" altLang="en-US" sz="1400" dirty="0"/>
              <a:t>해당 계획을 읽어 봤을 때</a:t>
            </a:r>
            <a:r>
              <a:rPr lang="en-US" altLang="ko-KR" sz="1400" dirty="0"/>
              <a:t>, HTML </a:t>
            </a:r>
            <a:r>
              <a:rPr lang="ko-KR" altLang="en-US" sz="1400" dirty="0"/>
              <a:t>구조에 </a:t>
            </a:r>
            <a:r>
              <a:rPr lang="en-US" altLang="ko-KR" sz="1400" dirty="0"/>
              <a:t>SNS</a:t>
            </a:r>
            <a:r>
              <a:rPr lang="ko-KR" altLang="en-US" sz="1400" dirty="0"/>
              <a:t>링크 또한 포함하여 자신의 이력을 추가하려 한다면</a:t>
            </a:r>
            <a:r>
              <a:rPr lang="en-US" altLang="ko-KR" sz="1400" dirty="0"/>
              <a:t>?</a:t>
            </a:r>
            <a:br>
              <a:rPr lang="en-US" altLang="ko-KR" sz="1400" dirty="0"/>
            </a:br>
            <a:br>
              <a:rPr lang="en-US" altLang="ko-KR" sz="1400" dirty="0"/>
            </a:b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B62C53-92F1-33C8-ACC5-44A0155DDC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0072" t="61968" b="11553"/>
          <a:stretch>
            <a:fillRect/>
          </a:stretch>
        </p:blipFill>
        <p:spPr>
          <a:xfrm>
            <a:off x="8011886" y="3352800"/>
            <a:ext cx="4023359" cy="150078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FAA955-5F83-06A8-F473-27F262F2447F}"/>
              </a:ext>
            </a:extLst>
          </p:cNvPr>
          <p:cNvSpPr txBox="1"/>
          <p:nvPr/>
        </p:nvSpPr>
        <p:spPr>
          <a:xfrm>
            <a:off x="8011886" y="4972594"/>
            <a:ext cx="40233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ym typeface="Wingdings" panose="05000000000000000000" pitchFamily="2" charset="2"/>
              </a:rPr>
              <a:t> </a:t>
            </a:r>
            <a:r>
              <a:rPr lang="ko-KR" altLang="en-US" sz="1200" dirty="0">
                <a:sym typeface="Wingdings" panose="05000000000000000000" pitchFamily="2" charset="2"/>
              </a:rPr>
              <a:t>추가 요청 사항으로 다시 계획을 수립 시키기 위해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3</a:t>
            </a:r>
            <a:r>
              <a:rPr lang="ko-KR" altLang="en-US" sz="1200" dirty="0">
                <a:sym typeface="Wingdings" panose="05000000000000000000" pitchFamily="2" charset="2"/>
              </a:rPr>
              <a:t>번 선택</a:t>
            </a:r>
            <a:r>
              <a:rPr lang="en-US" altLang="ko-KR" sz="1200" dirty="0">
                <a:sym typeface="Wingdings" panose="05000000000000000000" pitchFamily="2" charset="2"/>
              </a:rPr>
              <a:t>. 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(※ 1 : </a:t>
            </a:r>
            <a:r>
              <a:rPr lang="ko-KR" altLang="en-US" sz="1200" dirty="0">
                <a:sym typeface="Wingdings" panose="05000000000000000000" pitchFamily="2" charset="2"/>
              </a:rPr>
              <a:t>해당 계획으로 프로젝트 생성</a:t>
            </a:r>
            <a:r>
              <a:rPr lang="en-US" altLang="ko-KR" sz="1200" dirty="0">
                <a:sym typeface="Wingdings" panose="05000000000000000000" pitchFamily="2" charset="2"/>
              </a:rPr>
              <a:t>.</a:t>
            </a:r>
            <a:br>
              <a:rPr lang="en-US" altLang="ko-KR" sz="1200" dirty="0">
                <a:sym typeface="Wingdings" panose="05000000000000000000" pitchFamily="2" charset="2"/>
              </a:rPr>
            </a:br>
            <a:r>
              <a:rPr lang="en-US" altLang="ko-KR" sz="1200" dirty="0">
                <a:sym typeface="Wingdings" panose="05000000000000000000" pitchFamily="2" charset="2"/>
              </a:rPr>
              <a:t>      2 : </a:t>
            </a:r>
            <a:r>
              <a:rPr lang="ko-KR" altLang="en-US" sz="1200" dirty="0">
                <a:sym typeface="Wingdings" panose="05000000000000000000" pitchFamily="2" charset="2"/>
              </a:rPr>
              <a:t>파일 편집 시 마다 승인 요청 </a:t>
            </a:r>
            <a:r>
              <a:rPr lang="en-US" altLang="ko-KR" sz="1200" dirty="0">
                <a:sym typeface="Wingdings" panose="05000000000000000000" pitchFamily="2" charset="2"/>
              </a:rPr>
              <a:t>)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3414482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03E9C1-AC84-FC14-E0A8-1690305D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Plan </a:t>
            </a:r>
            <a:r>
              <a:rPr lang="ko-KR" altLang="en-US" dirty="0"/>
              <a:t>모드 </a:t>
            </a:r>
            <a:r>
              <a:rPr lang="en-US" altLang="ko-KR" dirty="0"/>
              <a:t>-3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36FD9F1-DD3E-3109-6750-9787D446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072" t="50000" r="1643" b="25333"/>
          <a:stretch>
            <a:fillRect/>
          </a:stretch>
        </p:blipFill>
        <p:spPr>
          <a:xfrm>
            <a:off x="1097280" y="1870166"/>
            <a:ext cx="4667795" cy="16916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2C126F5-5230-0F89-551C-F912E75AAF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375"/>
          <a:stretch>
            <a:fillRect/>
          </a:stretch>
        </p:blipFill>
        <p:spPr>
          <a:xfrm>
            <a:off x="1097280" y="3694613"/>
            <a:ext cx="3152503" cy="31316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703BEC-8278-6843-EE60-E61FDFA9EEB4}"/>
              </a:ext>
            </a:extLst>
          </p:cNvPr>
          <p:cNvSpPr txBox="1"/>
          <p:nvPr/>
        </p:nvSpPr>
        <p:spPr>
          <a:xfrm>
            <a:off x="5921829" y="1870166"/>
            <a:ext cx="57824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추가 계획 완료후에는 </a:t>
            </a:r>
            <a:r>
              <a:rPr lang="en-US" altLang="ko-KR" sz="1400" dirty="0"/>
              <a:t>auto-accept edits</a:t>
            </a:r>
            <a:r>
              <a:rPr lang="ko-KR" altLang="en-US" sz="1400" dirty="0"/>
              <a:t>로 파일 편집을 허용하여 프로젝트를 생성한다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D5B8E1F-F8BF-8BC8-D137-95140F6775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306" y="2891952"/>
            <a:ext cx="6876014" cy="38658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4917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5818E-3FB3-3424-20AC-7905E8C3F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 수정 </a:t>
            </a:r>
            <a:r>
              <a:rPr lang="en-US" altLang="ko-KR" dirty="0"/>
              <a:t>-1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24F30F-1634-E38B-172F-4F43524C7F5B}"/>
              </a:ext>
            </a:extLst>
          </p:cNvPr>
          <p:cNvSpPr txBox="1"/>
          <p:nvPr/>
        </p:nvSpPr>
        <p:spPr>
          <a:xfrm>
            <a:off x="4937760" y="1837509"/>
            <a:ext cx="67665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터미널에서는 이미지 붙여넣기가 안된다</a:t>
            </a:r>
            <a:r>
              <a:rPr lang="en-US" altLang="ko-KR" sz="1200" dirty="0"/>
              <a:t>. </a:t>
            </a:r>
            <a:br>
              <a:rPr lang="en-US" altLang="ko-KR" sz="1200" dirty="0"/>
            </a:br>
            <a:r>
              <a:rPr lang="ko-KR" altLang="en-US" sz="1200" dirty="0"/>
              <a:t>웹기반의 결과물을 </a:t>
            </a:r>
            <a:r>
              <a:rPr lang="ko-KR" altLang="en-US" sz="1200" dirty="0" err="1"/>
              <a:t>캡쳐하여</a:t>
            </a:r>
            <a:r>
              <a:rPr lang="ko-KR" altLang="en-US" sz="1200" dirty="0"/>
              <a:t> 요구를 하기위해선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claude</a:t>
            </a:r>
            <a:r>
              <a:rPr lang="ko-KR" altLang="en-US" sz="1200" dirty="0"/>
              <a:t> </a:t>
            </a:r>
            <a:r>
              <a:rPr lang="en-US" altLang="ko-KR" sz="1200" dirty="0"/>
              <a:t>code</a:t>
            </a:r>
            <a:r>
              <a:rPr lang="ko-KR" altLang="en-US" sz="1200" dirty="0"/>
              <a:t> </a:t>
            </a:r>
            <a:r>
              <a:rPr lang="en-US" altLang="ko-KR" sz="1200" dirty="0"/>
              <a:t>Extensions</a:t>
            </a:r>
            <a:r>
              <a:rPr lang="ko-KR" altLang="en-US" sz="1200" dirty="0"/>
              <a:t>를 추가하여</a:t>
            </a:r>
            <a:r>
              <a:rPr lang="en-US" altLang="ko-KR" sz="1200" dirty="0"/>
              <a:t>, </a:t>
            </a:r>
            <a:br>
              <a:rPr lang="en-US" altLang="ko-KR" sz="1200" dirty="0"/>
            </a:br>
            <a:r>
              <a:rPr lang="ko-KR" altLang="en-US" sz="1200" dirty="0"/>
              <a:t>캡처를 통해 요구사항을 명확하게 할 수 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(※ Claude Code</a:t>
            </a:r>
            <a:r>
              <a:rPr lang="ko-KR" altLang="en-US" sz="1200" dirty="0"/>
              <a:t> </a:t>
            </a:r>
            <a:r>
              <a:rPr lang="en-US" altLang="ko-KR" sz="1200" dirty="0" err="1"/>
              <a:t>Extention</a:t>
            </a:r>
            <a:r>
              <a:rPr lang="ko-KR" altLang="en-US" sz="1200" dirty="0"/>
              <a:t>에서도 </a:t>
            </a:r>
            <a:r>
              <a:rPr lang="en-US" altLang="ko-KR" sz="1200" dirty="0"/>
              <a:t>Shift + Tab</a:t>
            </a:r>
            <a:r>
              <a:rPr lang="ko-KR" altLang="en-US" sz="1200" dirty="0"/>
              <a:t>을 통한 권한 모드를 변경할 수 있다</a:t>
            </a:r>
            <a:r>
              <a:rPr lang="en-US" altLang="ko-KR" sz="1200" dirty="0"/>
              <a:t>. )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F4C80A-5250-373F-30AB-100069DB6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837509"/>
            <a:ext cx="4608550" cy="409094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96D0003-48B9-06B8-6F3B-58A96FA0B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768655"/>
            <a:ext cx="3871551" cy="36334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602143E-FFB3-6C53-0F8A-2DA030068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570" y="4089090"/>
            <a:ext cx="4114716" cy="231304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42102524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3D9F9-9C4C-FAEC-A463-1D66B11C2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결과물 수정 </a:t>
            </a:r>
            <a:r>
              <a:rPr lang="en-US" altLang="ko-KR" dirty="0"/>
              <a:t>-2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7AE9B1F-AEF4-58C2-98FE-FFDDB8DBA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26" y="1981200"/>
            <a:ext cx="10004654" cy="374033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8798DD-3A47-F4B6-496B-039C4EFD0B92}"/>
              </a:ext>
            </a:extLst>
          </p:cNvPr>
          <p:cNvSpPr txBox="1"/>
          <p:nvPr/>
        </p:nvSpPr>
        <p:spPr>
          <a:xfrm>
            <a:off x="4284617" y="2612571"/>
            <a:ext cx="141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변경 전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71904D-A2DD-427E-6CE3-405AE31F741B}"/>
              </a:ext>
            </a:extLst>
          </p:cNvPr>
          <p:cNvSpPr txBox="1"/>
          <p:nvPr/>
        </p:nvSpPr>
        <p:spPr>
          <a:xfrm>
            <a:off x="9840685" y="2444539"/>
            <a:ext cx="141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변경 후 </a:t>
            </a:r>
          </a:p>
        </p:txBody>
      </p:sp>
    </p:spTree>
    <p:extLst>
      <p:ext uri="{BB962C8B-B14F-4D97-AF65-F5344CB8AC3E}">
        <p14:creationId xmlns:p14="http://schemas.microsoft.com/office/powerpoint/2010/main" val="717005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455A3A-F13E-373B-FF22-A8F940B9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알아두면 유용한 </a:t>
            </a:r>
            <a:r>
              <a:rPr lang="en-US" altLang="ko-KR" dirty="0"/>
              <a:t>Front-end </a:t>
            </a:r>
            <a:r>
              <a:rPr lang="ko-KR" altLang="en-US" dirty="0"/>
              <a:t>용어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C30293F-7FF7-B6CC-105D-F2EDBF1AD1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939" y="1826402"/>
            <a:ext cx="6745901" cy="4663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45A5FF-E8E1-FB38-8EE6-5FEE5C921EDD}"/>
              </a:ext>
            </a:extLst>
          </p:cNvPr>
          <p:cNvSpPr txBox="1"/>
          <p:nvPr/>
        </p:nvSpPr>
        <p:spPr>
          <a:xfrm>
            <a:off x="2641940" y="1826402"/>
            <a:ext cx="6745900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header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38E84009-3CAF-288E-65E0-34647103068B}"/>
              </a:ext>
            </a:extLst>
          </p:cNvPr>
          <p:cNvGrpSpPr/>
          <p:nvPr/>
        </p:nvGrpSpPr>
        <p:grpSpPr>
          <a:xfrm>
            <a:off x="2641939" y="2195734"/>
            <a:ext cx="6745900" cy="4375663"/>
            <a:chOff x="351585" y="2277686"/>
            <a:chExt cx="6745900" cy="4375663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4AACA0B-BE97-9FA1-585E-2D9E11734A92}"/>
                </a:ext>
              </a:extLst>
            </p:cNvPr>
            <p:cNvSpPr/>
            <p:nvPr/>
          </p:nvSpPr>
          <p:spPr>
            <a:xfrm>
              <a:off x="351585" y="2277686"/>
              <a:ext cx="6745900" cy="4375663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3272A7B-E002-B971-9731-325271E106AB}"/>
                </a:ext>
              </a:extLst>
            </p:cNvPr>
            <p:cNvSpPr txBox="1"/>
            <p:nvPr/>
          </p:nvSpPr>
          <p:spPr>
            <a:xfrm>
              <a:off x="351585" y="2277686"/>
              <a:ext cx="163396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00B050"/>
                  </a:solidFill>
                </a:rPr>
                <a:t>Hero Section</a:t>
              </a:r>
              <a:endParaRPr lang="ko-KR" altLang="en-US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D4BC143-5B96-B312-9B34-C15FD619BC44}"/>
              </a:ext>
            </a:extLst>
          </p:cNvPr>
          <p:cNvGrpSpPr/>
          <p:nvPr/>
        </p:nvGrpSpPr>
        <p:grpSpPr>
          <a:xfrm>
            <a:off x="3257005" y="2195734"/>
            <a:ext cx="5503818" cy="4001194"/>
            <a:chOff x="966651" y="2277686"/>
            <a:chExt cx="5503818" cy="400119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92D88F77-0CC3-F29F-036A-F6C7DE31A07B}"/>
                </a:ext>
              </a:extLst>
            </p:cNvPr>
            <p:cNvSpPr/>
            <p:nvPr/>
          </p:nvSpPr>
          <p:spPr>
            <a:xfrm>
              <a:off x="966651" y="2277686"/>
              <a:ext cx="5503818" cy="4001194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6DFE03-1722-2DE3-A7BA-E5770FCADE3C}"/>
                </a:ext>
              </a:extLst>
            </p:cNvPr>
            <p:cNvSpPr txBox="1"/>
            <p:nvPr/>
          </p:nvSpPr>
          <p:spPr>
            <a:xfrm>
              <a:off x="5695406" y="2277686"/>
              <a:ext cx="775063" cy="307777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solidFill>
                    <a:srgbClr val="0000FF"/>
                  </a:solidFill>
                </a:rPr>
                <a:t>Content </a:t>
              </a:r>
              <a:endParaRPr lang="ko-KR" altLang="en-US" sz="14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BE9721B2-BE65-68D4-A8E8-1EAAC07330CF}"/>
              </a:ext>
            </a:extLst>
          </p:cNvPr>
          <p:cNvGrpSpPr/>
          <p:nvPr/>
        </p:nvGrpSpPr>
        <p:grpSpPr>
          <a:xfrm>
            <a:off x="3657600" y="2195734"/>
            <a:ext cx="4659085" cy="2877788"/>
            <a:chOff x="1367246" y="2277686"/>
            <a:chExt cx="4659085" cy="2877788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964241B-68FC-EFCA-F90D-0A996FE980D5}"/>
                </a:ext>
              </a:extLst>
            </p:cNvPr>
            <p:cNvSpPr/>
            <p:nvPr/>
          </p:nvSpPr>
          <p:spPr>
            <a:xfrm>
              <a:off x="1367246" y="2277686"/>
              <a:ext cx="4659085" cy="287778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FABEDFD-A30D-2F88-1134-FC13943B2EEC}"/>
                </a:ext>
              </a:extLst>
            </p:cNvPr>
            <p:cNvSpPr txBox="1"/>
            <p:nvPr/>
          </p:nvSpPr>
          <p:spPr>
            <a:xfrm>
              <a:off x="1985554" y="2277686"/>
              <a:ext cx="11930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b="1" dirty="0">
                  <a:solidFill>
                    <a:srgbClr val="C00000"/>
                  </a:solidFill>
                </a:rPr>
                <a:t>section</a:t>
              </a:r>
              <a:endParaRPr lang="ko-KR" altLang="en-US" b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4509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5C4D2-6C1A-3DDC-45A1-2FA22F0C9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알아두면 좋은 </a:t>
            </a:r>
            <a:r>
              <a:rPr lang="en-US" altLang="ko-KR" dirty="0"/>
              <a:t>plugin -1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36BBB5-5474-F62B-A8CB-755E3CFC7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14" y="1947420"/>
            <a:ext cx="7211354" cy="46239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0428B6-3970-6AF9-F103-E5E95F6F2617}"/>
              </a:ext>
            </a:extLst>
          </p:cNvPr>
          <p:cNvSpPr txBox="1"/>
          <p:nvPr/>
        </p:nvSpPr>
        <p:spPr>
          <a:xfrm>
            <a:off x="7768046" y="1947420"/>
            <a:ext cx="419753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intelliJ</a:t>
            </a:r>
            <a:r>
              <a:rPr lang="ko-KR" altLang="en-US" sz="1200" dirty="0"/>
              <a:t>에선 </a:t>
            </a:r>
            <a:r>
              <a:rPr lang="en-US" altLang="ko-KR" sz="1200" dirty="0" err="1"/>
              <a:t>tailwindCSS</a:t>
            </a:r>
            <a:r>
              <a:rPr lang="en-US" altLang="ko-KR" sz="1200" dirty="0"/>
              <a:t> </a:t>
            </a:r>
            <a:r>
              <a:rPr lang="ko-KR" altLang="en-US" sz="1200" dirty="0"/>
              <a:t>를 자동 지원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br>
              <a:rPr lang="en-US" altLang="ko-KR" sz="1200" dirty="0"/>
            </a:br>
            <a:r>
              <a:rPr lang="en-US" altLang="ko-KR" sz="1200" dirty="0" err="1"/>
              <a:t>VSCode</a:t>
            </a:r>
            <a:r>
              <a:rPr lang="en-US" altLang="ko-KR" sz="1200" dirty="0"/>
              <a:t> </a:t>
            </a:r>
            <a:r>
              <a:rPr lang="ko-KR" altLang="en-US" sz="1200" dirty="0"/>
              <a:t>와 다르게 </a:t>
            </a:r>
            <a:r>
              <a:rPr lang="en-US" altLang="ko-KR" sz="1200" dirty="0" err="1"/>
              <a:t>npm</a:t>
            </a:r>
            <a:r>
              <a:rPr lang="en-US" altLang="ko-KR" sz="1200" dirty="0"/>
              <a:t> install</a:t>
            </a:r>
            <a:r>
              <a:rPr lang="ko-KR" altLang="en-US" sz="1200" dirty="0"/>
              <a:t>을 해줘야 하며</a:t>
            </a:r>
            <a:r>
              <a:rPr lang="en-US" altLang="ko-KR" sz="1200" dirty="0"/>
              <a:t>,</a:t>
            </a:r>
            <a:br>
              <a:rPr lang="en-US" altLang="ko-KR" sz="1200" dirty="0"/>
            </a:br>
            <a:r>
              <a:rPr lang="en-US" altLang="ko-KR" sz="1200" dirty="0"/>
              <a:t>tailwind.config.js 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비어있으면</a:t>
            </a:r>
            <a:r>
              <a:rPr lang="ko-KR" altLang="en-US" sz="1200" dirty="0"/>
              <a:t> 동작 안함</a:t>
            </a:r>
            <a:r>
              <a:rPr lang="en-US" altLang="ko-KR" sz="1200" dirty="0"/>
              <a:t>. </a:t>
            </a:r>
            <a:br>
              <a:rPr lang="en-US" altLang="ko-KR" sz="1200" dirty="0"/>
            </a:br>
            <a:r>
              <a:rPr lang="en-US" altLang="ko-KR" sz="1200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altLang="ko-KR" sz="12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claude</a:t>
            </a:r>
            <a:r>
              <a:rPr lang="en-US" altLang="ko-KR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sym typeface="Wingdings" panose="05000000000000000000" pitchFamily="2" charset="2"/>
              </a:rPr>
              <a:t>한테 작성 요청</a:t>
            </a:r>
            <a:br>
              <a:rPr lang="en-US" altLang="ko-KR" sz="1200" dirty="0"/>
            </a:br>
            <a:r>
              <a:rPr lang="en-US" altLang="ko-KR" sz="1200" dirty="0" err="1"/>
              <a:t>Vscode</a:t>
            </a:r>
            <a:r>
              <a:rPr lang="en-US" altLang="ko-KR" sz="1200" dirty="0"/>
              <a:t> </a:t>
            </a:r>
            <a:r>
              <a:rPr lang="ko-KR" altLang="en-US" sz="1200" dirty="0"/>
              <a:t>는 </a:t>
            </a:r>
            <a:r>
              <a:rPr lang="en-US" altLang="ko-KR" sz="1200" dirty="0"/>
              <a:t>tailwind.config.js</a:t>
            </a:r>
            <a:r>
              <a:rPr lang="ko-KR" altLang="en-US" sz="1200" dirty="0"/>
              <a:t>가 </a:t>
            </a:r>
            <a:r>
              <a:rPr lang="ko-KR" altLang="en-US" sz="1200" dirty="0" err="1"/>
              <a:t>비어있어도</a:t>
            </a:r>
            <a:r>
              <a:rPr lang="ko-KR" altLang="en-US" sz="1200" dirty="0"/>
              <a:t> 동작한다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3FB3CBF-491B-31C2-263E-7F1B064C09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6047" y="3660604"/>
            <a:ext cx="4552741" cy="2517171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999510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25675-D466-408A-8ABF-9BB844987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알아두면 좋은 </a:t>
            </a:r>
            <a:r>
              <a:rPr lang="en-US" altLang="ko-KR" dirty="0"/>
              <a:t>plugin -1.1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F0A6253-8B7B-6A2B-AFD6-078C99CB5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71758"/>
            <a:ext cx="5172797" cy="27054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E2A5A8-9746-68FE-189E-16EA969ECD27}"/>
              </a:ext>
            </a:extLst>
          </p:cNvPr>
          <p:cNvSpPr txBox="1"/>
          <p:nvPr/>
        </p:nvSpPr>
        <p:spPr>
          <a:xfrm>
            <a:off x="6409509" y="1971758"/>
            <a:ext cx="54602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해당 </a:t>
            </a:r>
            <a:r>
              <a:rPr lang="en-US" altLang="ko-KR" sz="1400" dirty="0"/>
              <a:t>Plugin</a:t>
            </a:r>
            <a:r>
              <a:rPr lang="ko-KR" altLang="en-US" sz="1400" dirty="0"/>
              <a:t>을 설치 완료하면</a:t>
            </a:r>
            <a:r>
              <a:rPr lang="en-US" altLang="ko-KR" sz="1400" dirty="0"/>
              <a:t>, html </a:t>
            </a:r>
            <a:r>
              <a:rPr lang="ko-KR" altLang="en-US" sz="1400" dirty="0"/>
              <a:t>태그 내 </a:t>
            </a:r>
            <a:r>
              <a:rPr lang="en-US" altLang="ko-KR" sz="1400" dirty="0" err="1"/>
              <a:t>css</a:t>
            </a:r>
            <a:r>
              <a:rPr lang="ko-KR" altLang="en-US" sz="1400" dirty="0"/>
              <a:t>의 상세정보를 </a:t>
            </a:r>
            <a:r>
              <a:rPr lang="en-US" altLang="ko-KR" sz="1400" dirty="0"/>
              <a:t>mouseover</a:t>
            </a:r>
            <a:r>
              <a:rPr lang="ko-KR" altLang="en-US" sz="1400"/>
              <a:t>를 통해 확인할 </a:t>
            </a:r>
            <a:r>
              <a:rPr lang="ko-KR" altLang="en-US" sz="1400" dirty="0"/>
              <a:t>수 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53550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A2BF-3FEA-79CC-0B18-666A49643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byPassPermission</a:t>
            </a:r>
            <a:r>
              <a:rPr lang="en-US" altLang="ko-KR" dirty="0"/>
              <a:t> </a:t>
            </a:r>
            <a:r>
              <a:rPr lang="ko-KR" altLang="en-US" dirty="0"/>
              <a:t>모드 사용방법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9586998-88FE-C483-4B25-D808BF86385E}"/>
              </a:ext>
            </a:extLst>
          </p:cNvPr>
          <p:cNvGrpSpPr/>
          <p:nvPr/>
        </p:nvGrpSpPr>
        <p:grpSpPr>
          <a:xfrm>
            <a:off x="391887" y="1881050"/>
            <a:ext cx="7779657" cy="4376057"/>
            <a:chOff x="391887" y="1881050"/>
            <a:chExt cx="7779657" cy="437605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DDBBA4AC-1D32-40CD-350E-FBCBBBD7CF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887" y="1881050"/>
              <a:ext cx="7779657" cy="4376057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DB059987-DAF8-0698-718F-81FEAFC15289}"/>
                </a:ext>
              </a:extLst>
            </p:cNvPr>
            <p:cNvSpPr/>
            <p:nvPr/>
          </p:nvSpPr>
          <p:spPr>
            <a:xfrm>
              <a:off x="2333897" y="3936274"/>
              <a:ext cx="2908663" cy="156755"/>
            </a:xfrm>
            <a:prstGeom prst="rect">
              <a:avLst/>
            </a:prstGeom>
            <a:noFill/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1443AA5-17CC-C057-768B-E33187C5B63A}"/>
              </a:ext>
            </a:extLst>
          </p:cNvPr>
          <p:cNvSpPr txBox="1"/>
          <p:nvPr/>
        </p:nvSpPr>
        <p:spPr>
          <a:xfrm>
            <a:off x="8421189" y="1881051"/>
            <a:ext cx="3457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Claude --dangerously-skip-permissions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14241566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123</TotalTime>
  <Words>367</Words>
  <Application>Microsoft Office PowerPoint</Application>
  <PresentationFormat>와이드스크린</PresentationFormat>
  <Paragraphs>37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Calibri</vt:lpstr>
      <vt:lpstr>Calibri Light</vt:lpstr>
      <vt:lpstr>Wingdings</vt:lpstr>
      <vt:lpstr>추억</vt:lpstr>
      <vt:lpstr>권한 모드</vt:lpstr>
      <vt:lpstr>권한 모드 종류</vt:lpstr>
      <vt:lpstr>권한 모드 설정</vt:lpstr>
      <vt:lpstr>Plan 모드 -1</vt:lpstr>
      <vt:lpstr>Plan 모드 -2</vt:lpstr>
      <vt:lpstr>Plan 모드 -3</vt:lpstr>
      <vt:lpstr>결과물 수정 -1</vt:lpstr>
      <vt:lpstr>결과물 수정 -2</vt:lpstr>
      <vt:lpstr>알아두면 유용한 Front-end 용어</vt:lpstr>
      <vt:lpstr>알아두면 좋은 plugin -1</vt:lpstr>
      <vt:lpstr>알아두면 좋은 plugin -1.1</vt:lpstr>
      <vt:lpstr>byPassPermission 모드 사용방법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23</cp:revision>
  <dcterms:created xsi:type="dcterms:W3CDTF">2026-06-24T06:54:59Z</dcterms:created>
  <dcterms:modified xsi:type="dcterms:W3CDTF">2026-06-24T09:19:57Z</dcterms:modified>
</cp:coreProperties>
</file>