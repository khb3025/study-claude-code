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00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98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27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3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79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48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9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44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3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52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76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69D8F2-834C-4737-926C-5AAE19B26E5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D6136A-4898-49AA-9602-7D3EFD3983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60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FB3CA-104F-109A-FE14-11BA7915F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대화형 질문 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4B126C-DD2E-6255-EF7C-06D81061B8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136BC-C202-3511-8BFC-FE92907E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 </a:t>
            </a:r>
            <a:r>
              <a:rPr lang="ko-KR" altLang="en-US" dirty="0"/>
              <a:t>모드의 </a:t>
            </a:r>
            <a:r>
              <a:rPr lang="ko-KR" altLang="en-US"/>
              <a:t>대화형 질문 기능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61F36B-091B-637D-F24E-94EDDED2E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66101"/>
            <a:ext cx="8116433" cy="30007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A58672-7895-E249-CED7-24B32ACA3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1" y="1948867"/>
            <a:ext cx="5167718" cy="1443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B05DA2-04B2-C9F4-98F5-C2B379BC3FB7}"/>
              </a:ext>
            </a:extLst>
          </p:cNvPr>
          <p:cNvSpPr txBox="1"/>
          <p:nvPr/>
        </p:nvSpPr>
        <p:spPr>
          <a:xfrm>
            <a:off x="6391747" y="1948867"/>
            <a:ext cx="5441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Plan </a:t>
            </a:r>
            <a:r>
              <a:rPr lang="ko-KR" altLang="en-US" sz="1400" dirty="0"/>
              <a:t>모드에서 모호한 계획을 수립 명령 시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대화형으로 앱을 생성하기 위한 상세 질문들이 나열된다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좌</a:t>
            </a:r>
            <a:r>
              <a:rPr lang="en-US" altLang="ko-KR" sz="1400" dirty="0"/>
              <a:t>,</a:t>
            </a:r>
            <a:r>
              <a:rPr lang="ko-KR" altLang="en-US" sz="1400" dirty="0"/>
              <a:t>우 키로 기술 스택 이나 기술 범위에 관한 정보들을 확인할 수 있고</a:t>
            </a:r>
            <a:br>
              <a:rPr lang="en-US" altLang="ko-KR" sz="1400" dirty="0"/>
            </a:br>
            <a:r>
              <a:rPr lang="ko-KR" altLang="en-US" sz="1400" dirty="0"/>
              <a:t>상</a:t>
            </a:r>
            <a:r>
              <a:rPr lang="en-US" altLang="ko-KR" sz="1400" dirty="0"/>
              <a:t>,</a:t>
            </a:r>
            <a:r>
              <a:rPr lang="ko-KR" altLang="en-US" sz="1400" dirty="0"/>
              <a:t>하 키로 상세한 기술 스택 및 기술 범위 등을 지정할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5158644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56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추억</vt:lpstr>
      <vt:lpstr>대화형 질문 기능</vt:lpstr>
      <vt:lpstr>Plan 모드의 대화형 질문 기능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2026-06-24T08:17:34Z</dcterms:created>
  <dcterms:modified xsi:type="dcterms:W3CDTF">2026-06-24T08:21:56Z</dcterms:modified>
</cp:coreProperties>
</file>