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3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7FFA2-6E1D-4D66-AF68-DCCE0565A06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7EBF-8F4C-4451-954D-6F84670B788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246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7FFA2-6E1D-4D66-AF68-DCCE0565A06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7EBF-8F4C-4451-954D-6F84670B78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041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7FFA2-6E1D-4D66-AF68-DCCE0565A06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7EBF-8F4C-4451-954D-6F84670B788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653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7FFA2-6E1D-4D66-AF68-DCCE0565A06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7EBF-8F4C-4451-954D-6F84670B78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102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7FFA2-6E1D-4D66-AF68-DCCE0565A06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7EBF-8F4C-4451-954D-6F84670B78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121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7FFA2-6E1D-4D66-AF68-DCCE0565A06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7EBF-8F4C-4451-954D-6F84670B78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436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7FFA2-6E1D-4D66-AF68-DCCE0565A06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7EBF-8F4C-4451-954D-6F84670B78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73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787FFA2-6E1D-4D66-AF68-DCCE0565A06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17D7EBF-8F4C-4451-954D-6F84670B78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3298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7FFA2-6E1D-4D66-AF68-DCCE0565A06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7EBF-8F4C-4451-954D-6F84670B78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554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7FFA2-6E1D-4D66-AF68-DCCE0565A06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7EBF-8F4C-4451-954D-6F84670B78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707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7FFA2-6E1D-4D66-AF68-DCCE0565A06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7EBF-8F4C-4451-954D-6F84670B78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812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787FFA2-6E1D-4D66-AF68-DCCE0565A06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17D7EBF-8F4C-4451-954D-6F84670B788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6342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26A26E-39CB-740A-801B-9EFB13A564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6000" dirty="0"/>
              <a:t>Plan </a:t>
            </a:r>
            <a:r>
              <a:rPr lang="ko-KR" altLang="en-US" sz="6000" dirty="0"/>
              <a:t>모드 </a:t>
            </a:r>
            <a:r>
              <a:rPr lang="ko-KR" altLang="en-US" sz="6000" dirty="0" err="1"/>
              <a:t>변경점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A7FB7F-1382-8B1C-1964-A9FE04C082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337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7514A6-DF39-3C02-14B5-6AEB9143E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계획 모드 변경 요청 사항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D8EAD6-D14E-4730-F56E-B87278A91D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375"/>
          <a:stretch>
            <a:fillRect/>
          </a:stretch>
        </p:blipFill>
        <p:spPr>
          <a:xfrm>
            <a:off x="1097280" y="1863177"/>
            <a:ext cx="3152503" cy="313164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59EF5BC-115D-4A6F-B7D9-3A1063ECE7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4" t="62838" r="32723" b="-1320"/>
          <a:stretch>
            <a:fillRect/>
          </a:stretch>
        </p:blipFill>
        <p:spPr>
          <a:xfrm>
            <a:off x="4596283" y="1863177"/>
            <a:ext cx="6498437" cy="21094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9377FE-EE2D-402E-63D9-28F96FC649E7}"/>
              </a:ext>
            </a:extLst>
          </p:cNvPr>
          <p:cNvSpPr txBox="1"/>
          <p:nvPr/>
        </p:nvSpPr>
        <p:spPr>
          <a:xfrm>
            <a:off x="4596283" y="4046899"/>
            <a:ext cx="726375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1. </a:t>
            </a:r>
            <a:r>
              <a:rPr lang="en-US" altLang="ko-KR" sz="1200" dirty="0"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sym typeface="Wingdings" panose="05000000000000000000" pitchFamily="2" charset="2"/>
              </a:rPr>
              <a:t>사용자가 요구할 수록 대화기록이 쌓임</a:t>
            </a:r>
            <a:r>
              <a:rPr lang="en-US" altLang="ko-KR" sz="1200" dirty="0">
                <a:sym typeface="Wingdings" panose="05000000000000000000" pitchFamily="2" charset="2"/>
              </a:rPr>
              <a:t>. </a:t>
            </a:r>
            <a:r>
              <a:rPr lang="ko-KR" altLang="en-US" sz="1200" dirty="0">
                <a:sym typeface="Wingdings" panose="05000000000000000000" pitchFamily="2" charset="2"/>
              </a:rPr>
              <a:t>대화기록은 무한대가 아니며</a:t>
            </a:r>
            <a:r>
              <a:rPr lang="en-US" altLang="ko-KR" sz="1200" dirty="0"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sym typeface="Wingdings" panose="05000000000000000000" pitchFamily="2" charset="2"/>
              </a:rPr>
              <a:t>기록이 쌓이면서</a:t>
            </a:r>
            <a:r>
              <a:rPr lang="en-US" altLang="ko-KR" sz="1200" dirty="0">
                <a:sym typeface="Wingdings" panose="05000000000000000000" pitchFamily="2" charset="2"/>
              </a:rPr>
              <a:t>,</a:t>
            </a:r>
            <a:br>
              <a:rPr lang="en-US" altLang="ko-KR" sz="1200" dirty="0">
                <a:sym typeface="Wingdings" panose="05000000000000000000" pitchFamily="2" charset="2"/>
              </a:rPr>
            </a:br>
            <a:r>
              <a:rPr lang="en-US" altLang="ko-KR" sz="1200" dirty="0">
                <a:sym typeface="Wingdings" panose="05000000000000000000" pitchFamily="2" charset="2"/>
              </a:rPr>
              <a:t>         </a:t>
            </a:r>
            <a:r>
              <a:rPr lang="ko-KR" altLang="en-US" sz="1200" dirty="0">
                <a:sym typeface="Wingdings" panose="05000000000000000000" pitchFamily="2" charset="2"/>
              </a:rPr>
              <a:t>원하는 요청사항이 </a:t>
            </a:r>
            <a:r>
              <a:rPr lang="ko-KR" altLang="en-US" sz="1200" dirty="0" err="1">
                <a:sym typeface="Wingdings" panose="05000000000000000000" pitchFamily="2" charset="2"/>
              </a:rPr>
              <a:t>충돌날</a:t>
            </a:r>
            <a:r>
              <a:rPr lang="ko-KR" altLang="en-US" sz="1200" dirty="0">
                <a:sym typeface="Wingdings" panose="05000000000000000000" pitchFamily="2" charset="2"/>
              </a:rPr>
              <a:t> 수 있음 해당 기록을 클리어 후 작성</a:t>
            </a:r>
            <a:r>
              <a:rPr lang="en-US" altLang="ko-KR" sz="1200" dirty="0">
                <a:sym typeface="Wingdings" panose="05000000000000000000" pitchFamily="2" charset="2"/>
              </a:rPr>
              <a:t>.</a:t>
            </a:r>
            <a:r>
              <a:rPr lang="ko-KR" altLang="en-US" sz="1200" dirty="0">
                <a:sym typeface="Wingdings" panose="05000000000000000000" pitchFamily="2" charset="2"/>
              </a:rPr>
              <a:t> </a:t>
            </a:r>
            <a:br>
              <a:rPr lang="en-US" altLang="ko-KR" sz="1200" dirty="0">
                <a:sym typeface="Wingdings" panose="05000000000000000000" pitchFamily="2" charset="2"/>
              </a:rPr>
            </a:br>
            <a:br>
              <a:rPr lang="en-US" altLang="ko-KR" sz="1200" dirty="0">
                <a:sym typeface="Wingdings" panose="05000000000000000000" pitchFamily="2" charset="2"/>
              </a:rPr>
            </a:br>
            <a:r>
              <a:rPr lang="en-US" altLang="ko-KR" sz="1200" dirty="0">
                <a:sym typeface="Wingdings" panose="05000000000000000000" pitchFamily="2" charset="2"/>
              </a:rPr>
              <a:t>1</a:t>
            </a:r>
            <a:r>
              <a:rPr lang="ko-KR" altLang="en-US" sz="1200" dirty="0">
                <a:sym typeface="Wingdings" panose="05000000000000000000" pitchFamily="2" charset="2"/>
              </a:rPr>
              <a:t>번 옵션의 좋은 점 </a:t>
            </a:r>
            <a:r>
              <a:rPr lang="en-US" altLang="ko-KR" sz="1200" dirty="0">
                <a:sym typeface="Wingdings" panose="05000000000000000000" pitchFamily="2" charset="2"/>
              </a:rPr>
              <a:t>: Plan</a:t>
            </a:r>
            <a:r>
              <a:rPr lang="ko-KR" altLang="en-US" sz="1200" dirty="0">
                <a:sym typeface="Wingdings" panose="05000000000000000000" pitchFamily="2" charset="2"/>
              </a:rPr>
              <a:t>모드로 개발하게 될 경우 작성한 </a:t>
            </a:r>
            <a:r>
              <a:rPr lang="en-US" altLang="ko-KR" sz="1200" dirty="0">
                <a:sym typeface="Wingdings" panose="05000000000000000000" pitchFamily="2" charset="2"/>
              </a:rPr>
              <a:t>context</a:t>
            </a:r>
            <a:r>
              <a:rPr lang="ko-KR" altLang="en-US" sz="1200" dirty="0">
                <a:sym typeface="Wingdings" panose="05000000000000000000" pitchFamily="2" charset="2"/>
              </a:rPr>
              <a:t>들은 계획 파일로 가지고 있다</a:t>
            </a:r>
            <a:r>
              <a:rPr lang="en-US" altLang="ko-KR" sz="1200" dirty="0">
                <a:sym typeface="Wingdings" panose="05000000000000000000" pitchFamily="2" charset="2"/>
              </a:rPr>
              <a:t>.</a:t>
            </a:r>
            <a:br>
              <a:rPr lang="en-US" altLang="ko-KR" sz="1200" dirty="0">
                <a:sym typeface="Wingdings" panose="05000000000000000000" pitchFamily="2" charset="2"/>
              </a:rPr>
            </a:br>
            <a:r>
              <a:rPr lang="en-US" altLang="ko-KR" sz="1200" dirty="0">
                <a:sym typeface="Wingdings" panose="05000000000000000000" pitchFamily="2" charset="2"/>
              </a:rPr>
              <a:t>                                       ( elegant-stirring-bengio.md )</a:t>
            </a:r>
            <a:br>
              <a:rPr lang="en-US" altLang="ko-KR" sz="1200" dirty="0">
                <a:sym typeface="Wingdings" panose="05000000000000000000" pitchFamily="2" charset="2"/>
              </a:rPr>
            </a:br>
            <a:r>
              <a:rPr lang="en-US" altLang="ko-KR" sz="1200" dirty="0">
                <a:sym typeface="Wingdings" panose="05000000000000000000" pitchFamily="2" charset="2"/>
              </a:rPr>
              <a:t>                                       2</a:t>
            </a:r>
            <a:r>
              <a:rPr lang="ko-KR" altLang="en-US" sz="1200" dirty="0">
                <a:sym typeface="Wingdings" panose="05000000000000000000" pitchFamily="2" charset="2"/>
              </a:rPr>
              <a:t>번 </a:t>
            </a:r>
            <a:r>
              <a:rPr lang="en-US" altLang="ko-KR" sz="1200" dirty="0">
                <a:sym typeface="Wingdings" panose="05000000000000000000" pitchFamily="2" charset="2"/>
              </a:rPr>
              <a:t>auto-accept</a:t>
            </a:r>
            <a:r>
              <a:rPr lang="ko-KR" altLang="en-US" sz="1200" dirty="0">
                <a:sym typeface="Wingdings" panose="05000000000000000000" pitchFamily="2" charset="2"/>
              </a:rPr>
              <a:t>의 경우 모든 컨텍스트의 상황을 함께 들고 가기 때문에 </a:t>
            </a:r>
            <a:br>
              <a:rPr lang="en-US" altLang="ko-KR" sz="1200" dirty="0">
                <a:sym typeface="Wingdings" panose="05000000000000000000" pitchFamily="2" charset="2"/>
              </a:rPr>
            </a:br>
            <a:r>
              <a:rPr lang="en-US" altLang="ko-KR" sz="1200" dirty="0">
                <a:sym typeface="Wingdings" panose="05000000000000000000" pitchFamily="2" charset="2"/>
              </a:rPr>
              <a:t>                                       </a:t>
            </a:r>
            <a:r>
              <a:rPr lang="ko-KR" altLang="en-US" sz="1200" dirty="0">
                <a:sym typeface="Wingdings" panose="05000000000000000000" pitchFamily="2" charset="2"/>
              </a:rPr>
              <a:t>소모 토큰과 현재 진행할 작업의 메모리가 부족한 경우 작업에 실패할 수 있다</a:t>
            </a:r>
            <a:r>
              <a:rPr lang="en-US" altLang="ko-KR" sz="1200" dirty="0">
                <a:sym typeface="Wingdings" panose="05000000000000000000" pitchFamily="2" charset="2"/>
              </a:rPr>
              <a:t>.</a:t>
            </a:r>
            <a:br>
              <a:rPr lang="en-US" altLang="ko-KR" sz="1200" dirty="0">
                <a:sym typeface="Wingdings" panose="05000000000000000000" pitchFamily="2" charset="2"/>
              </a:rPr>
            </a:br>
            <a:r>
              <a:rPr lang="en-US" altLang="ko-KR" sz="1200" dirty="0">
                <a:sym typeface="Wingdings" panose="05000000000000000000" pitchFamily="2" charset="2"/>
              </a:rPr>
              <a:t>                                      </a:t>
            </a:r>
            <a:r>
              <a:rPr lang="ko-KR" altLang="en-US" sz="1200" dirty="0">
                <a:sym typeface="Wingdings" panose="05000000000000000000" pitchFamily="2" charset="2"/>
              </a:rPr>
              <a:t>또한 파일로 가지고 있음으로 컨텍스트를 날리더라도 해당 파일을 참고하게 </a:t>
            </a:r>
            <a:br>
              <a:rPr lang="en-US" altLang="ko-KR" sz="1200" dirty="0">
                <a:sym typeface="Wingdings" panose="05000000000000000000" pitchFamily="2" charset="2"/>
              </a:rPr>
            </a:br>
            <a:r>
              <a:rPr lang="en-US" altLang="ko-KR" sz="1200" dirty="0">
                <a:sym typeface="Wingdings" panose="05000000000000000000" pitchFamily="2" charset="2"/>
              </a:rPr>
              <a:t>                                      </a:t>
            </a:r>
            <a:r>
              <a:rPr lang="ko-KR" altLang="en-US" sz="1200" dirty="0">
                <a:sym typeface="Wingdings" panose="05000000000000000000" pitchFamily="2" charset="2"/>
              </a:rPr>
              <a:t>할 수 있다</a:t>
            </a:r>
            <a:r>
              <a:rPr lang="en-US" altLang="ko-KR" sz="1200" dirty="0">
                <a:sym typeface="Wingdings" panose="05000000000000000000" pitchFamily="2" charset="2"/>
              </a:rPr>
              <a:t>.</a:t>
            </a:r>
            <a:br>
              <a:rPr lang="en-US" altLang="ko-KR" sz="1200" dirty="0">
                <a:sym typeface="Wingdings" panose="05000000000000000000" pitchFamily="2" charset="2"/>
              </a:rPr>
            </a:br>
            <a:br>
              <a:rPr lang="en-US" altLang="ko-KR" sz="1200" dirty="0">
                <a:sym typeface="Wingdings" panose="05000000000000000000" pitchFamily="2" charset="2"/>
              </a:rPr>
            </a:br>
            <a:r>
              <a:rPr lang="en-US" altLang="ko-KR" sz="1200" dirty="0">
                <a:sym typeface="Wingdings" panose="05000000000000000000" pitchFamily="2" charset="2"/>
              </a:rPr>
              <a:t>(※ </a:t>
            </a:r>
            <a:r>
              <a:rPr lang="ko-KR" altLang="en-US" sz="1200" dirty="0">
                <a:sym typeface="Wingdings" panose="05000000000000000000" pitchFamily="2" charset="2"/>
              </a:rPr>
              <a:t>즉 토큰 사용량 최적화를 위해 만들어진 옵션이다</a:t>
            </a:r>
            <a:r>
              <a:rPr lang="en-US" altLang="ko-KR" sz="1200">
                <a:sym typeface="Wingdings" panose="05000000000000000000" pitchFamily="2" charset="2"/>
              </a:rPr>
              <a:t>.)</a:t>
            </a:r>
            <a:br>
              <a:rPr lang="en-US" altLang="ko-KR" sz="1200" dirty="0">
                <a:sym typeface="Wingdings" panose="05000000000000000000" pitchFamily="2" charset="2"/>
              </a:rPr>
            </a:br>
            <a:r>
              <a:rPr lang="ko-KR" altLang="en-US" sz="1200" dirty="0">
                <a:sym typeface="Wingdings" panose="05000000000000000000" pitchFamily="2" charset="2"/>
              </a:rPr>
              <a:t>만약 </a:t>
            </a:r>
            <a:r>
              <a:rPr lang="en-US" altLang="ko-KR" sz="1200" dirty="0">
                <a:sym typeface="Wingdings" panose="05000000000000000000" pitchFamily="2" charset="2"/>
              </a:rPr>
              <a:t>plan</a:t>
            </a:r>
            <a:r>
              <a:rPr lang="ko-KR" altLang="en-US" sz="1200" dirty="0">
                <a:sym typeface="Wingdings" panose="05000000000000000000" pitchFamily="2" charset="2"/>
              </a:rPr>
              <a:t>모드에 의해 작성된 계획 플랜을 다시 보고 싶다고 한다면</a:t>
            </a:r>
            <a:r>
              <a:rPr lang="en-US" altLang="ko-KR" sz="1200" dirty="0">
                <a:sym typeface="Wingdings" panose="05000000000000000000" pitchFamily="2" charset="2"/>
              </a:rPr>
              <a:t>? </a:t>
            </a:r>
          </a:p>
          <a:p>
            <a:r>
              <a:rPr lang="en-US" altLang="ko-KR" sz="1200" b="1" dirty="0">
                <a:sym typeface="Wingdings" panose="05000000000000000000" pitchFamily="2" charset="2"/>
              </a:rPr>
              <a:t> /plan open 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1585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7A0DD8-846E-573B-E323-48F5A947A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플랜 파일이 저장될 폴더를 설정하려면</a:t>
            </a:r>
            <a:r>
              <a:rPr lang="en-US" altLang="ko-KR" sz="4000" dirty="0"/>
              <a:t>?</a:t>
            </a:r>
            <a:endParaRPr lang="ko-KR" altLang="en-US" sz="4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D34E081-215A-EE20-4519-60E5B13F9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742" y="1959743"/>
            <a:ext cx="2581635" cy="138131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667485C-A622-4EDB-4583-53F8B70AC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986" y="1959743"/>
            <a:ext cx="3515216" cy="117173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EE01F81-0B71-5FB8-2AC2-A30217EA18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5445" b="50000"/>
          <a:stretch>
            <a:fillRect/>
          </a:stretch>
        </p:blipFill>
        <p:spPr>
          <a:xfrm>
            <a:off x="99588" y="3429000"/>
            <a:ext cx="6083929" cy="22951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266E460-1F26-2615-7D77-1E924B46D538}"/>
              </a:ext>
            </a:extLst>
          </p:cNvPr>
          <p:cNvSpPr txBox="1"/>
          <p:nvPr/>
        </p:nvSpPr>
        <p:spPr>
          <a:xfrm>
            <a:off x="3322622" y="6029608"/>
            <a:ext cx="87697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플랜 모드로 파일 생성 시</a:t>
            </a:r>
            <a:r>
              <a:rPr lang="en-US" altLang="ko-KR" sz="1400" dirty="0"/>
              <a:t>.</a:t>
            </a:r>
            <a:r>
              <a:rPr lang="ko-KR" altLang="en-US" sz="1400" dirty="0"/>
              <a:t> 지정한 폴더에 </a:t>
            </a:r>
            <a:r>
              <a:rPr lang="en-US" altLang="ko-KR" sz="1400" dirty="0"/>
              <a:t>Plan </a:t>
            </a:r>
            <a:r>
              <a:rPr lang="ko-KR" altLang="en-US" sz="1400" dirty="0"/>
              <a:t>파일이 </a:t>
            </a:r>
            <a:r>
              <a:rPr lang="ko-KR" altLang="en-US" sz="1400" dirty="0" err="1"/>
              <a:t>저장되는것을</a:t>
            </a:r>
            <a:r>
              <a:rPr lang="ko-KR" altLang="en-US" sz="1400" dirty="0"/>
              <a:t> 확인할 수 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3F46DF0-2AF0-EC9E-68CD-053FB64BBBFB}"/>
              </a:ext>
            </a:extLst>
          </p:cNvPr>
          <p:cNvGrpSpPr/>
          <p:nvPr/>
        </p:nvGrpSpPr>
        <p:grpSpPr>
          <a:xfrm>
            <a:off x="6313075" y="3429000"/>
            <a:ext cx="5779337" cy="2600608"/>
            <a:chOff x="6313075" y="3429000"/>
            <a:chExt cx="5779337" cy="2600608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4D93431-9566-504A-8CD7-D7E201E9FF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6328" t="41065"/>
            <a:stretch>
              <a:fillRect/>
            </a:stretch>
          </p:blipFill>
          <p:spPr>
            <a:xfrm>
              <a:off x="6313075" y="3429000"/>
              <a:ext cx="5779337" cy="2600608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97D500B-D717-79D3-6A32-BE574598508A}"/>
                </a:ext>
              </a:extLst>
            </p:cNvPr>
            <p:cNvSpPr/>
            <p:nvPr/>
          </p:nvSpPr>
          <p:spPr>
            <a:xfrm>
              <a:off x="6400800" y="5377758"/>
              <a:ext cx="3349782" cy="22633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96808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08044A-6008-E3D3-FF61-A1AE64E19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Clear </a:t>
            </a:r>
            <a:r>
              <a:rPr lang="ko-KR" altLang="en-US" dirty="0"/>
              <a:t>후 계획 재실행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24AA2C8-F608-EC9B-C136-ACB9486F1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11" y="1933138"/>
            <a:ext cx="6896333" cy="38791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A80E4C-4D08-753B-DF74-0F3AAA1892A2}"/>
              </a:ext>
            </a:extLst>
          </p:cNvPr>
          <p:cNvSpPr txBox="1"/>
          <p:nvPr/>
        </p:nvSpPr>
        <p:spPr>
          <a:xfrm>
            <a:off x="7246307" y="1933138"/>
            <a:ext cx="480999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/clear </a:t>
            </a:r>
            <a:r>
              <a:rPr lang="ko-KR" altLang="en-US" sz="1100" dirty="0"/>
              <a:t>명령을 통해 </a:t>
            </a:r>
            <a:r>
              <a:rPr lang="en-US" altLang="ko-KR" sz="1100" dirty="0"/>
              <a:t>context</a:t>
            </a:r>
            <a:r>
              <a:rPr lang="ko-KR" altLang="en-US" sz="1100" dirty="0"/>
              <a:t>와 </a:t>
            </a:r>
            <a:r>
              <a:rPr lang="en-US" altLang="ko-KR" sz="1100" dirty="0"/>
              <a:t>plan</a:t>
            </a:r>
            <a:r>
              <a:rPr lang="ko-KR" altLang="en-US" sz="1100" dirty="0"/>
              <a:t>을 날렸다 하더라도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ko-KR" altLang="en-US" sz="1100" dirty="0"/>
              <a:t>파일로 저장된 </a:t>
            </a:r>
            <a:r>
              <a:rPr lang="en-US" altLang="ko-KR" sz="1100" dirty="0"/>
              <a:t>Plan</a:t>
            </a:r>
            <a:r>
              <a:rPr lang="ko-KR" altLang="en-US" sz="1100" dirty="0"/>
              <a:t>은 파일 경로를 알려줌으로써</a:t>
            </a:r>
            <a:r>
              <a:rPr lang="en-US" altLang="ko-KR" sz="1100" dirty="0"/>
              <a:t>, </a:t>
            </a:r>
            <a:r>
              <a:rPr lang="ko-KR" altLang="en-US" sz="1100" dirty="0"/>
              <a:t>이전에 </a:t>
            </a:r>
            <a:r>
              <a:rPr lang="ko-KR" altLang="en-US" sz="1100" dirty="0" err="1"/>
              <a:t>진행하려했던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dirty="0"/>
              <a:t>계획을 다시 실행 시킬 수 있다</a:t>
            </a:r>
            <a:r>
              <a:rPr lang="en-US" altLang="ko-KR" sz="1100" dirty="0"/>
              <a:t>.</a:t>
            </a:r>
            <a:r>
              <a:rPr lang="ko-KR" altLang="en-US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8105345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</TotalTime>
  <Words>196</Words>
  <Application>Microsoft Office PowerPoint</Application>
  <PresentationFormat>와이드스크린</PresentationFormat>
  <Paragraphs>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Calibri</vt:lpstr>
      <vt:lpstr>Calibri Light</vt:lpstr>
      <vt:lpstr>Wingdings</vt:lpstr>
      <vt:lpstr>추억</vt:lpstr>
      <vt:lpstr>Plan 모드 변경점</vt:lpstr>
      <vt:lpstr>계획 모드 변경 요청 사항</vt:lpstr>
      <vt:lpstr>플랜 파일이 저장될 폴더를 설정하려면?</vt:lpstr>
      <vt:lpstr>Clear 후 계획 재실행.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10</cp:revision>
  <dcterms:created xsi:type="dcterms:W3CDTF">2026-06-24T08:32:33Z</dcterms:created>
  <dcterms:modified xsi:type="dcterms:W3CDTF">2026-06-24T08:58:28Z</dcterms:modified>
</cp:coreProperties>
</file>