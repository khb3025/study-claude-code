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  <p:sldId id="261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138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947A3-546B-4B7C-A227-AE9B18AEB675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32BB-16DC-4462-B117-4FC16736217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2527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947A3-546B-4B7C-A227-AE9B18AEB675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32BB-16DC-4462-B117-4FC167362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7794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947A3-546B-4B7C-A227-AE9B18AEB675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32BB-16DC-4462-B117-4FC16736217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56545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947A3-546B-4B7C-A227-AE9B18AEB675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32BB-16DC-4462-B117-4FC167362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2199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947A3-546B-4B7C-A227-AE9B18AEB675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32BB-16DC-4462-B117-4FC167362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5628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947A3-546B-4B7C-A227-AE9B18AEB675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32BB-16DC-4462-B117-4FC167362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5030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947A3-546B-4B7C-A227-AE9B18AEB675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32BB-16DC-4462-B117-4FC167362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82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E3947A3-546B-4B7C-A227-AE9B18AEB675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BF532BB-16DC-4462-B117-4FC167362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25119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947A3-546B-4B7C-A227-AE9B18AEB675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32BB-16DC-4462-B117-4FC167362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2082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947A3-546B-4B7C-A227-AE9B18AEB675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32BB-16DC-4462-B117-4FC167362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295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3947A3-546B-4B7C-A227-AE9B18AEB675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F532BB-16DC-4462-B117-4FC1673621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13459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E3947A3-546B-4B7C-A227-AE9B18AEB675}" type="datetimeFigureOut">
              <a:rPr lang="ko-KR" altLang="en-US" smtClean="0"/>
              <a:t>2026-06-24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BF532BB-16DC-4462-B117-4FC16736217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5143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675641-C992-CB94-7B57-AC6D526EDC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확장 사고 모드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5877B09-7321-2712-5088-18B6B67E3A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현재는 기본 값이 됨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34378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C8BCE9-3AA8-3E43-08A4-2CB1DCF4E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프롬프트에서 확장 사고 모드 사용 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3C7B5CD-BDE4-F2D3-1C27-A46C9DBFF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978" y="1892114"/>
            <a:ext cx="7604911" cy="42777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30DAFC8-DED6-99A7-00FA-07E03F5C0164}"/>
              </a:ext>
            </a:extLst>
          </p:cNvPr>
          <p:cNvSpPr txBox="1"/>
          <p:nvPr/>
        </p:nvSpPr>
        <p:spPr>
          <a:xfrm>
            <a:off x="8003263" y="1910281"/>
            <a:ext cx="3847723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 dirty="0"/>
              <a:t>예정에는 프롬프트에 명령할 때</a:t>
            </a:r>
            <a:r>
              <a:rPr lang="en-US" altLang="ko-KR" sz="1100" dirty="0"/>
              <a:t>, </a:t>
            </a:r>
            <a:r>
              <a:rPr lang="en-US" altLang="ko-KR" sz="1100" dirty="0" err="1"/>
              <a:t>ultrathink</a:t>
            </a:r>
            <a:r>
              <a:rPr lang="en-US" altLang="ko-KR" sz="1100" dirty="0"/>
              <a:t>  </a:t>
            </a:r>
            <a:r>
              <a:rPr lang="ko-KR" altLang="en-US" sz="1100" dirty="0"/>
              <a:t>키워드를 추가하여 더 </a:t>
            </a:r>
            <a:r>
              <a:rPr lang="ko-KR" altLang="en-US" sz="1100" dirty="0" err="1"/>
              <a:t>깊이있게</a:t>
            </a:r>
            <a:r>
              <a:rPr lang="ko-KR" altLang="en-US" sz="1100" dirty="0"/>
              <a:t> 생각하여 답을 하도록 지정하였다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r>
              <a:rPr lang="ko-KR" altLang="en-US" sz="1100" dirty="0"/>
              <a:t>현재는 </a:t>
            </a:r>
            <a:r>
              <a:rPr lang="en-US" altLang="ko-KR" sz="1100" dirty="0" err="1"/>
              <a:t>ultrathink</a:t>
            </a:r>
            <a:r>
              <a:rPr lang="en-US" altLang="ko-KR" sz="1100" dirty="0"/>
              <a:t> </a:t>
            </a:r>
            <a:r>
              <a:rPr lang="ko-KR" altLang="en-US" sz="1100" dirty="0"/>
              <a:t>키워드가 기본 옵션으로 동작함으로 </a:t>
            </a:r>
            <a:br>
              <a:rPr lang="en-US" altLang="ko-KR" sz="1100" dirty="0"/>
            </a:br>
            <a:r>
              <a:rPr lang="ko-KR" altLang="en-US" sz="1100" dirty="0"/>
              <a:t>토큰을 아끼고자 </a:t>
            </a:r>
            <a:r>
              <a:rPr lang="en-US" altLang="ko-KR" sz="1100" dirty="0" err="1"/>
              <a:t>ultrathink</a:t>
            </a:r>
            <a:r>
              <a:rPr lang="en-US" altLang="ko-KR" sz="1100" dirty="0"/>
              <a:t> </a:t>
            </a:r>
            <a:r>
              <a:rPr lang="ko-KR" altLang="en-US" sz="1100" dirty="0"/>
              <a:t>기능을 비활성화 하는 방법에 대해 알아본다면</a:t>
            </a:r>
            <a:r>
              <a:rPr lang="en-US" altLang="ko-KR" sz="1100" dirty="0"/>
              <a:t>.</a:t>
            </a:r>
          </a:p>
          <a:p>
            <a:r>
              <a:rPr lang="en-US" altLang="ko-KR" sz="1100" b="1" dirty="0">
                <a:solidFill>
                  <a:srgbClr val="FF0000"/>
                </a:solidFill>
              </a:rPr>
              <a:t>/config </a:t>
            </a:r>
            <a:r>
              <a:rPr lang="ko-KR" altLang="en-US" sz="1100" dirty="0"/>
              <a:t>명령에서 </a:t>
            </a:r>
            <a:r>
              <a:rPr lang="en-US" altLang="ko-KR" sz="1100" dirty="0"/>
              <a:t>Thinking mode</a:t>
            </a:r>
            <a:r>
              <a:rPr lang="ko-KR" altLang="en-US" sz="1100" dirty="0"/>
              <a:t>를 </a:t>
            </a:r>
            <a:r>
              <a:rPr lang="en-US" altLang="ko-KR" sz="1100" dirty="0"/>
              <a:t>false</a:t>
            </a:r>
            <a:r>
              <a:rPr lang="ko-KR" altLang="en-US" sz="1100" dirty="0"/>
              <a:t>로 한다</a:t>
            </a:r>
            <a:r>
              <a:rPr lang="en-US" altLang="ko-KR" sz="1100" dirty="0"/>
              <a:t>.</a:t>
            </a:r>
          </a:p>
          <a:p>
            <a:endParaRPr lang="en-US" altLang="ko-KR" sz="1100" dirty="0"/>
          </a:p>
          <a:p>
            <a:endParaRPr lang="en-US" altLang="ko-KR" sz="11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BB4CD08-8B8C-3127-3163-234E021617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3263" y="3199762"/>
            <a:ext cx="3268301" cy="3574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853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4CB546-F88B-C567-CAAB-75EC37771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Thinking mode </a:t>
            </a:r>
            <a:r>
              <a:rPr lang="ko-KR" altLang="en-US" dirty="0"/>
              <a:t>단축키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7864B354-CBAA-74EC-2FA1-1F9E0C9422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304" y="1949848"/>
            <a:ext cx="5658640" cy="19624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F9767D4-A0AD-029A-75F9-2EC2D18EDC97}"/>
              </a:ext>
            </a:extLst>
          </p:cNvPr>
          <p:cNvSpPr txBox="1"/>
          <p:nvPr/>
        </p:nvSpPr>
        <p:spPr>
          <a:xfrm>
            <a:off x="6126480" y="1949848"/>
            <a:ext cx="59327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Windows </a:t>
            </a:r>
            <a:r>
              <a:rPr lang="ko-KR" altLang="en-US" sz="1200" dirty="0"/>
              <a:t>에서 </a:t>
            </a:r>
            <a:r>
              <a:rPr lang="en-US" altLang="ko-KR" sz="1200" dirty="0"/>
              <a:t>Alt + T</a:t>
            </a:r>
            <a:r>
              <a:rPr lang="ko-KR" altLang="en-US" sz="1200" dirty="0"/>
              <a:t>를 누르면 </a:t>
            </a:r>
            <a:r>
              <a:rPr lang="en-US" altLang="ko-KR" sz="1200" dirty="0"/>
              <a:t>Thinking </a:t>
            </a:r>
            <a:r>
              <a:rPr lang="ko-KR" altLang="en-US" sz="1200" dirty="0"/>
              <a:t>모드를 </a:t>
            </a:r>
            <a:r>
              <a:rPr lang="ko-KR" altLang="en-US" sz="1200" dirty="0" err="1"/>
              <a:t>토글시킬</a:t>
            </a:r>
            <a:r>
              <a:rPr lang="ko-KR" altLang="en-US" sz="1200"/>
              <a:t> 수 </a:t>
            </a:r>
            <a:r>
              <a:rPr lang="ko-KR" altLang="en-US" sz="1200" dirty="0"/>
              <a:t>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34716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6F4B6FE-F25D-DFA9-02C6-9F25F19025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271" y="203460"/>
            <a:ext cx="6226973" cy="63679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AB88C5A-6CDD-AD46-A683-676FF18F3B0E}"/>
              </a:ext>
            </a:extLst>
          </p:cNvPr>
          <p:cNvSpPr txBox="1"/>
          <p:nvPr/>
        </p:nvSpPr>
        <p:spPr>
          <a:xfrm>
            <a:off x="6726725" y="203460"/>
            <a:ext cx="52419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/>
              <a:t>확장 사고 모드 </a:t>
            </a:r>
            <a:r>
              <a:rPr lang="en-US" altLang="ko-KR" sz="1400" dirty="0"/>
              <a:t>Token </a:t>
            </a:r>
            <a:r>
              <a:rPr lang="ko-KR" altLang="en-US" sz="1400" dirty="0"/>
              <a:t>제어</a:t>
            </a:r>
          </a:p>
        </p:txBody>
      </p:sp>
    </p:spTree>
    <p:extLst>
      <p:ext uri="{BB962C8B-B14F-4D97-AF65-F5344CB8AC3E}">
        <p14:creationId xmlns:p14="http://schemas.microsoft.com/office/powerpoint/2010/main" val="4086725050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</TotalTime>
  <Words>76</Words>
  <Application>Microsoft Office PowerPoint</Application>
  <PresentationFormat>와이드스크린</PresentationFormat>
  <Paragraphs>10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Calibri</vt:lpstr>
      <vt:lpstr>Calibri Light</vt:lpstr>
      <vt:lpstr>추억</vt:lpstr>
      <vt:lpstr>확장 사고 모드</vt:lpstr>
      <vt:lpstr>프롬프트에서 확장 사고 모드 사용 </vt:lpstr>
      <vt:lpstr>Thinking mode 단축키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4</cp:revision>
  <dcterms:created xsi:type="dcterms:W3CDTF">2026-06-24T09:04:52Z</dcterms:created>
  <dcterms:modified xsi:type="dcterms:W3CDTF">2026-06-24T09:20:53Z</dcterms:modified>
</cp:coreProperties>
</file>