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3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CB53A-8C29-4E83-BB6C-D36240E59E2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007DD-A415-403A-AE4E-18DBA2DFD52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3294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CB53A-8C29-4E83-BB6C-D36240E59E2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007DD-A415-403A-AE4E-18DBA2DFD5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5194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CB53A-8C29-4E83-BB6C-D36240E59E2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007DD-A415-403A-AE4E-18DBA2DFD52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478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CB53A-8C29-4E83-BB6C-D36240E59E2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007DD-A415-403A-AE4E-18DBA2DFD5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230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CB53A-8C29-4E83-BB6C-D36240E59E2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007DD-A415-403A-AE4E-18DBA2DFD5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285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CB53A-8C29-4E83-BB6C-D36240E59E2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007DD-A415-403A-AE4E-18DBA2DFD5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232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CB53A-8C29-4E83-BB6C-D36240E59E2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007DD-A415-403A-AE4E-18DBA2DFD5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049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25CB53A-8C29-4E83-BB6C-D36240E59E2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9007DD-A415-403A-AE4E-18DBA2DFD5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45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CB53A-8C29-4E83-BB6C-D36240E59E2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007DD-A415-403A-AE4E-18DBA2DFD5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892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CB53A-8C29-4E83-BB6C-D36240E59E2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007DD-A415-403A-AE4E-18DBA2DFD5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1525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CB53A-8C29-4E83-BB6C-D36240E59E2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007DD-A415-403A-AE4E-18DBA2DFD5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087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25CB53A-8C29-4E83-BB6C-D36240E59E2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19007DD-A415-403A-AE4E-18DBA2DFD52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3457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DC41A5-D98A-F336-69AA-346BC36AC1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dirty="0"/>
              <a:t>Token </a:t>
            </a:r>
            <a:r>
              <a:rPr lang="ko-KR" altLang="en-US" sz="4800" dirty="0"/>
              <a:t>관리 방법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BA0703-D491-BF38-343F-6041424D66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694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137F7D-4EB7-03C4-E3F7-5189B48EA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context, clear , </a:t>
            </a:r>
            <a:r>
              <a:rPr lang="en-US" altLang="ko-KR" dirty="0" err="1"/>
              <a:t>compect</a:t>
            </a:r>
            <a:r>
              <a:rPr lang="en-US" altLang="ko-KR" dirty="0"/>
              <a:t>, 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E29154-453E-F1BE-00BA-6FA402782D0E}"/>
              </a:ext>
            </a:extLst>
          </p:cNvPr>
          <p:cNvSpPr txBox="1"/>
          <p:nvPr/>
        </p:nvSpPr>
        <p:spPr>
          <a:xfrm>
            <a:off x="1095469" y="1883121"/>
            <a:ext cx="1005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이전 강의에서 계속 언급되는 </a:t>
            </a:r>
            <a:r>
              <a:rPr lang="en-US" altLang="ko-KR" sz="1400" b="1" dirty="0"/>
              <a:t>context </a:t>
            </a:r>
            <a:r>
              <a:rPr lang="ko-KR" altLang="en-US" sz="1400" b="1" dirty="0"/>
              <a:t>관리 실질적으로 </a:t>
            </a:r>
            <a:r>
              <a:rPr lang="en-US" altLang="ko-KR" sz="1400" b="1" dirty="0" err="1"/>
              <a:t>WorkFlow</a:t>
            </a:r>
            <a:r>
              <a:rPr lang="ko-KR" altLang="en-US" sz="1400" b="1" dirty="0"/>
              <a:t>에서 명령어를 통해 관리하는 방법을 알아본다</a:t>
            </a:r>
            <a:r>
              <a:rPr lang="en-US" altLang="ko-KR" sz="1400" b="1" dirty="0"/>
              <a:t>.</a:t>
            </a:r>
            <a:endParaRPr lang="ko-KR" altLang="en-US" sz="1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F60AE8-F6AB-3B8C-D076-6AD8A326B595}"/>
              </a:ext>
            </a:extLst>
          </p:cNvPr>
          <p:cNvSpPr txBox="1"/>
          <p:nvPr/>
        </p:nvSpPr>
        <p:spPr>
          <a:xfrm>
            <a:off x="1095469" y="2336659"/>
            <a:ext cx="100584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200" b="1" dirty="0">
                <a:solidFill>
                  <a:srgbClr val="FF0000"/>
                </a:solidFill>
              </a:rPr>
              <a:t>새로운 기능을 만들 때는 </a:t>
            </a:r>
            <a:r>
              <a:rPr lang="en-US" altLang="ko-KR" sz="1200" b="1" dirty="0">
                <a:solidFill>
                  <a:srgbClr val="FF0000"/>
                </a:solidFill>
              </a:rPr>
              <a:t>/clear </a:t>
            </a:r>
            <a:r>
              <a:rPr lang="ko-KR" altLang="en-US" sz="1200" b="1" dirty="0">
                <a:solidFill>
                  <a:srgbClr val="FF0000"/>
                </a:solidFill>
              </a:rPr>
              <a:t>명령을 사용한다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로그인 기능을 만들고</a:t>
            </a:r>
            <a:r>
              <a:rPr lang="en-US" altLang="ko-KR" sz="1200" dirty="0"/>
              <a:t>,</a:t>
            </a:r>
            <a:r>
              <a:rPr lang="ko-KR" altLang="en-US" sz="1200" dirty="0"/>
              <a:t> 상품을 선택기능을 만들고</a:t>
            </a:r>
            <a:r>
              <a:rPr lang="en-US" altLang="ko-KR" sz="1200" dirty="0"/>
              <a:t>, </a:t>
            </a:r>
            <a:r>
              <a:rPr lang="ko-KR" altLang="en-US" sz="1200" dirty="0"/>
              <a:t>결재 기능을 만들었다고 가정한다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r>
              <a:rPr lang="en-US" altLang="ko-KR" sz="1200" dirty="0"/>
              <a:t>  </a:t>
            </a:r>
            <a:r>
              <a:rPr lang="ko-KR" altLang="en-US" sz="1200" dirty="0"/>
              <a:t>결재 기능에서 로그인 </a:t>
            </a:r>
            <a:r>
              <a:rPr lang="en-US" altLang="ko-KR" sz="1200" dirty="0"/>
              <a:t>Context</a:t>
            </a:r>
            <a:r>
              <a:rPr lang="ko-KR" altLang="en-US" sz="1200" dirty="0"/>
              <a:t>를 가져갈 필요가 있을까</a:t>
            </a:r>
            <a:r>
              <a:rPr lang="en-US" altLang="ko-KR" sz="1200" dirty="0"/>
              <a:t>? </a:t>
            </a:r>
            <a:r>
              <a:rPr lang="ko-KR" altLang="en-US" sz="1200" dirty="0"/>
              <a:t>결재에선 상품의 가격이나 수량</a:t>
            </a:r>
            <a:br>
              <a:rPr lang="en-US" altLang="ko-KR" sz="1200" dirty="0"/>
            </a:br>
            <a:r>
              <a:rPr lang="en-US" altLang="ko-KR" sz="1200" dirty="0"/>
              <a:t>  </a:t>
            </a:r>
            <a:r>
              <a:rPr lang="ko-KR" altLang="en-US" sz="1200" dirty="0"/>
              <a:t>상품의 </a:t>
            </a:r>
            <a:r>
              <a:rPr lang="ko-KR" altLang="en-US" sz="1200" dirty="0" err="1"/>
              <a:t>구성등을</a:t>
            </a:r>
            <a:r>
              <a:rPr lang="ko-KR" altLang="en-US" sz="1200" dirty="0"/>
              <a:t> 알아야 할 필요성이 있을 수 있기에</a:t>
            </a:r>
            <a:r>
              <a:rPr lang="en-US" altLang="ko-KR" sz="1200" dirty="0"/>
              <a:t>, </a:t>
            </a:r>
            <a:r>
              <a:rPr lang="ko-KR" altLang="en-US" sz="1200" dirty="0"/>
              <a:t>상품의 </a:t>
            </a:r>
            <a:r>
              <a:rPr lang="en-US" altLang="ko-KR" sz="1200" dirty="0"/>
              <a:t>Context</a:t>
            </a:r>
            <a:r>
              <a:rPr lang="ko-KR" altLang="en-US" sz="1200" dirty="0"/>
              <a:t>는 필요할 수도 있지만</a:t>
            </a:r>
            <a:r>
              <a:rPr lang="en-US" altLang="ko-KR" sz="1200" dirty="0"/>
              <a:t>,</a:t>
            </a:r>
            <a:br>
              <a:rPr lang="en-US" altLang="ko-KR" sz="1200" dirty="0"/>
            </a:br>
            <a:r>
              <a:rPr lang="en-US" altLang="ko-KR" sz="1200" dirty="0"/>
              <a:t>  </a:t>
            </a:r>
            <a:r>
              <a:rPr lang="ko-KR" altLang="en-US" sz="1200" dirty="0"/>
              <a:t>로그인에 대한 </a:t>
            </a:r>
            <a:r>
              <a:rPr lang="en-US" altLang="ko-KR" sz="1200" dirty="0"/>
              <a:t>Context</a:t>
            </a:r>
            <a:r>
              <a:rPr lang="ko-KR" altLang="en-US" sz="1200" dirty="0"/>
              <a:t>는 필요 없다</a:t>
            </a:r>
            <a:r>
              <a:rPr lang="en-US" altLang="ko-KR" sz="1200" dirty="0"/>
              <a:t>. </a:t>
            </a:r>
            <a:r>
              <a:rPr lang="ko-KR" altLang="en-US" sz="1200" dirty="0"/>
              <a:t>이러한 </a:t>
            </a:r>
            <a:r>
              <a:rPr lang="en-US" altLang="ko-KR" sz="1200" dirty="0"/>
              <a:t>Context</a:t>
            </a:r>
            <a:r>
              <a:rPr lang="ko-KR" altLang="en-US" sz="1200" dirty="0"/>
              <a:t>를 가지고 </a:t>
            </a:r>
            <a:r>
              <a:rPr lang="ko-KR" altLang="en-US" sz="1200" dirty="0" err="1"/>
              <a:t>가는것은</a:t>
            </a:r>
            <a:r>
              <a:rPr lang="ko-KR" altLang="en-US" sz="1200" dirty="0"/>
              <a:t> </a:t>
            </a:r>
            <a:r>
              <a:rPr lang="en-US" altLang="ko-KR" sz="1200" dirty="0"/>
              <a:t>Claude</a:t>
            </a:r>
            <a:r>
              <a:rPr lang="ko-KR" altLang="en-US" sz="1200" dirty="0"/>
              <a:t>가 </a:t>
            </a:r>
            <a:r>
              <a:rPr lang="ko-KR" altLang="en-US" sz="1200" dirty="0" err="1"/>
              <a:t>기억해야할</a:t>
            </a:r>
            <a:br>
              <a:rPr lang="en-US" altLang="ko-KR" sz="1200" dirty="0"/>
            </a:br>
            <a:r>
              <a:rPr lang="en-US" altLang="ko-KR" sz="1200" dirty="0"/>
              <a:t>  </a:t>
            </a:r>
            <a:r>
              <a:rPr lang="ko-KR" altLang="en-US" sz="1200" dirty="0"/>
              <a:t>자원을 증가시키고 결과적으로 </a:t>
            </a:r>
            <a:r>
              <a:rPr lang="en-US" altLang="ko-KR" sz="1200" dirty="0"/>
              <a:t>Token</a:t>
            </a:r>
            <a:r>
              <a:rPr lang="ko-KR" altLang="en-US" sz="1200" dirty="0"/>
              <a:t>을 </a:t>
            </a:r>
            <a:r>
              <a:rPr lang="ko-KR" altLang="en-US" sz="1200" dirty="0" err="1"/>
              <a:t>소모시킨다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endParaRPr lang="en-US" altLang="ko-KR" sz="1200" dirty="0"/>
          </a:p>
          <a:p>
            <a:pPr marL="342900" indent="-342900">
              <a:buAutoNum type="arabicPeriod"/>
            </a:pPr>
            <a:r>
              <a:rPr lang="ko-KR" altLang="en-US" sz="1200" b="1" dirty="0">
                <a:solidFill>
                  <a:srgbClr val="FF0000"/>
                </a:solidFill>
              </a:rPr>
              <a:t>작업하면서 일정주기 마다 </a:t>
            </a:r>
            <a:r>
              <a:rPr lang="en-US" altLang="ko-KR" sz="1200" b="1" dirty="0">
                <a:solidFill>
                  <a:srgbClr val="FF0000"/>
                </a:solidFill>
              </a:rPr>
              <a:t>/context </a:t>
            </a:r>
            <a:r>
              <a:rPr lang="ko-KR" altLang="en-US" sz="1200" b="1" dirty="0">
                <a:solidFill>
                  <a:srgbClr val="FF0000"/>
                </a:solidFill>
              </a:rPr>
              <a:t>명령을 통해 </a:t>
            </a:r>
            <a:r>
              <a:rPr lang="en-US" altLang="ko-KR" sz="1200" b="1" dirty="0">
                <a:solidFill>
                  <a:srgbClr val="FF0000"/>
                </a:solidFill>
              </a:rPr>
              <a:t>context</a:t>
            </a:r>
            <a:r>
              <a:rPr lang="ko-KR" altLang="en-US" sz="1200" b="1" dirty="0">
                <a:solidFill>
                  <a:srgbClr val="FF0000"/>
                </a:solidFill>
              </a:rPr>
              <a:t>가 메모리에 쌓인 양을 확인한다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  <a:br>
              <a:rPr lang="en-US" altLang="ko-KR" sz="1200" b="1" dirty="0">
                <a:solidFill>
                  <a:srgbClr val="FF0000"/>
                </a:solidFill>
              </a:rPr>
            </a:br>
            <a:r>
              <a:rPr lang="en-US" altLang="ko-KR" sz="1200" dirty="0"/>
              <a:t>- context</a:t>
            </a:r>
            <a:r>
              <a:rPr lang="ko-KR" altLang="en-US" sz="1200" dirty="0"/>
              <a:t>가 </a:t>
            </a:r>
            <a:r>
              <a:rPr lang="en-US" altLang="ko-KR" sz="1200" dirty="0"/>
              <a:t>75</a:t>
            </a:r>
            <a:r>
              <a:rPr lang="ko-KR" altLang="en-US" sz="1200" dirty="0"/>
              <a:t>프로가 넘었다면 </a:t>
            </a:r>
            <a:r>
              <a:rPr lang="en-US" altLang="ko-KR" sz="1200" dirty="0"/>
              <a:t>/clear </a:t>
            </a:r>
            <a:r>
              <a:rPr lang="ko-KR" altLang="en-US" sz="1200" dirty="0"/>
              <a:t>명령을 통해 </a:t>
            </a:r>
            <a:r>
              <a:rPr lang="en-US" altLang="ko-KR" sz="1200" dirty="0"/>
              <a:t>context</a:t>
            </a:r>
            <a:r>
              <a:rPr lang="ko-KR" altLang="en-US" sz="1200" dirty="0"/>
              <a:t>를 </a:t>
            </a:r>
            <a:r>
              <a:rPr lang="ko-KR" altLang="en-US" sz="1200" dirty="0" err="1"/>
              <a:t>비우는게</a:t>
            </a:r>
            <a:r>
              <a:rPr lang="ko-KR" altLang="en-US" sz="1200" dirty="0"/>
              <a:t> 좋다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endParaRPr lang="en-US" altLang="ko-KR" sz="1200" b="1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en-US" altLang="ko-KR" sz="1200" b="1" dirty="0">
                <a:solidFill>
                  <a:srgbClr val="FF0000"/>
                </a:solidFill>
              </a:rPr>
              <a:t>Context</a:t>
            </a:r>
            <a:r>
              <a:rPr lang="ko-KR" altLang="en-US" sz="1200" b="1" dirty="0">
                <a:solidFill>
                  <a:srgbClr val="FF0000"/>
                </a:solidFill>
              </a:rPr>
              <a:t> 공간을 확보하면서 대화내용을 </a:t>
            </a:r>
            <a:r>
              <a:rPr lang="ko-KR" altLang="en-US" sz="1200" b="1" dirty="0" err="1">
                <a:solidFill>
                  <a:srgbClr val="FF0000"/>
                </a:solidFill>
              </a:rPr>
              <a:t>이어나가고자</a:t>
            </a:r>
            <a:r>
              <a:rPr lang="ko-KR" altLang="en-US" sz="1200" b="1" dirty="0">
                <a:solidFill>
                  <a:srgbClr val="FF0000"/>
                </a:solidFill>
              </a:rPr>
              <a:t> </a:t>
            </a:r>
            <a:r>
              <a:rPr lang="ko-KR" altLang="en-US" sz="1200" b="1" dirty="0" err="1">
                <a:solidFill>
                  <a:srgbClr val="FF0000"/>
                </a:solidFill>
              </a:rPr>
              <a:t>할때</a:t>
            </a:r>
            <a:r>
              <a:rPr lang="ko-KR" altLang="en-US" sz="1200" b="1" dirty="0">
                <a:solidFill>
                  <a:srgbClr val="FF0000"/>
                </a:solidFill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</a:rPr>
              <a:t>/compact </a:t>
            </a:r>
            <a:r>
              <a:rPr lang="ko-KR" altLang="en-US" sz="1200" b="1" dirty="0">
                <a:solidFill>
                  <a:srgbClr val="FF0000"/>
                </a:solidFill>
              </a:rPr>
              <a:t>명령어를 사용한다</a:t>
            </a:r>
            <a:r>
              <a:rPr lang="en-US" altLang="ko-KR" sz="1200" b="1" dirty="0">
                <a:solidFill>
                  <a:srgbClr val="FF0000"/>
                </a:solidFill>
              </a:rPr>
              <a:t>.</a:t>
            </a:r>
            <a:br>
              <a:rPr lang="en-US" altLang="ko-KR" sz="1200" b="1" dirty="0">
                <a:solidFill>
                  <a:srgbClr val="FF0000"/>
                </a:solidFill>
              </a:rPr>
            </a:br>
            <a:r>
              <a:rPr lang="en-US" altLang="ko-KR" sz="1200" dirty="0"/>
              <a:t>- </a:t>
            </a:r>
            <a:r>
              <a:rPr lang="ko-KR" altLang="en-US" sz="1200" dirty="0"/>
              <a:t>대화 내용을 압축하여 요약하는 명령어다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r>
              <a:rPr lang="en-US" altLang="ko-KR" sz="1200" dirty="0"/>
              <a:t>- /compact</a:t>
            </a:r>
            <a:r>
              <a:rPr lang="ko-KR" altLang="en-US" sz="1200" dirty="0"/>
              <a:t> </a:t>
            </a:r>
            <a:r>
              <a:rPr lang="en-US" altLang="ko-KR" sz="1200" dirty="0"/>
              <a:t>“</a:t>
            </a:r>
            <a:r>
              <a:rPr lang="ko-KR" altLang="en-US" sz="1200" dirty="0"/>
              <a:t>요약내용</a:t>
            </a:r>
            <a:r>
              <a:rPr lang="en-US" altLang="ko-KR" sz="1200" dirty="0"/>
              <a:t>” </a:t>
            </a:r>
            <a:r>
              <a:rPr lang="ko-KR" altLang="en-US" sz="1200" dirty="0"/>
              <a:t>을</a:t>
            </a:r>
            <a:r>
              <a:rPr lang="en-US" altLang="ko-KR" sz="1200" dirty="0"/>
              <a:t> </a:t>
            </a:r>
            <a:r>
              <a:rPr lang="ko-KR" altLang="en-US" sz="1200" dirty="0"/>
              <a:t>작성하면 특정 내용에 대한 요약을 할 수 있다</a:t>
            </a:r>
            <a:r>
              <a:rPr lang="en-US" altLang="ko-KR" sz="1200" dirty="0"/>
              <a:t>.</a:t>
            </a:r>
          </a:p>
          <a:p>
            <a:pPr marL="342900" indent="-342900">
              <a:buAutoNum type="arabicPeriod"/>
            </a:pP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en-US" altLang="ko-KR" sz="1200" b="1" dirty="0">
                <a:solidFill>
                  <a:srgbClr val="FF0000"/>
                </a:solidFill>
              </a:rPr>
              <a:t> ※ auto-compact </a:t>
            </a:r>
            <a:r>
              <a:rPr lang="ko-KR" altLang="en-US" sz="1200" b="1" dirty="0">
                <a:solidFill>
                  <a:srgbClr val="FF0000"/>
                </a:solidFill>
              </a:rPr>
              <a:t>기능 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ko-KR" altLang="en-US" sz="1200" dirty="0"/>
              <a:t>          </a:t>
            </a:r>
            <a:r>
              <a:rPr lang="en-US" altLang="ko-KR" sz="1200" dirty="0"/>
              <a:t>- /config</a:t>
            </a:r>
            <a:r>
              <a:rPr lang="ko-KR" altLang="en-US" sz="1200" dirty="0"/>
              <a:t> 에서 </a:t>
            </a:r>
            <a:r>
              <a:rPr lang="en-US" altLang="ko-KR" sz="1200" dirty="0"/>
              <a:t>auto-compact </a:t>
            </a:r>
            <a:r>
              <a:rPr lang="ko-KR" altLang="en-US" sz="1200" dirty="0"/>
              <a:t>기능을 통해 일정 시간마다 </a:t>
            </a:r>
            <a:r>
              <a:rPr lang="en-US" altLang="ko-KR" sz="1200" dirty="0"/>
              <a:t>compact</a:t>
            </a:r>
            <a:r>
              <a:rPr lang="ko-KR" altLang="en-US" sz="1200" dirty="0"/>
              <a:t>를 </a:t>
            </a:r>
            <a:r>
              <a:rPr lang="ko-KR" altLang="en-US" sz="1200"/>
              <a:t>수행하도록 할 수 </a:t>
            </a:r>
            <a:r>
              <a:rPr lang="ko-KR" altLang="en-US" sz="1200" dirty="0"/>
              <a:t>있다</a:t>
            </a:r>
            <a:r>
              <a:rPr lang="en-US" altLang="ko-KR" sz="12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C30CD6B-03D8-F628-B5A5-06C68A5E3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8485" y="3429000"/>
            <a:ext cx="4435514" cy="246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072296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</TotalTime>
  <Words>196</Words>
  <Application>Microsoft Office PowerPoint</Application>
  <PresentationFormat>와이드스크린</PresentationFormat>
  <Paragraphs>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Calibri</vt:lpstr>
      <vt:lpstr>Calibri Light</vt:lpstr>
      <vt:lpstr>추억</vt:lpstr>
      <vt:lpstr>Token 관리 방법</vt:lpstr>
      <vt:lpstr>context, clear , compect,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4</cp:revision>
  <dcterms:created xsi:type="dcterms:W3CDTF">2026-06-24T09:26:53Z</dcterms:created>
  <dcterms:modified xsi:type="dcterms:W3CDTF">2026-06-24T09:40:10Z</dcterms:modified>
</cp:coreProperties>
</file>