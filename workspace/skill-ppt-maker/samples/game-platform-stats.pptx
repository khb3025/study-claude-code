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97807"/>
            <a:ext cx="10972800" cy="6716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플랫폼별 유저 통계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09600" y="3445669"/>
            <a:ext cx="10972800" cy="2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온라인 · 모바일 · Steam · PlayStation · Nintendo — 인구 규모와 접속 패턴 비교 (2020–2026)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0972800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03821"/>
            <a:ext cx="10972800" cy="438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개요 및 2026년 스냅샷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318171"/>
            <a:ext cx="10972800" cy="2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플랫폼의 대표 지표 (2025–2026년 공개 자료 기준 추정)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1525" y="1956346"/>
            <a:ext cx="133350" cy="13335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1525" y="2184946"/>
            <a:ext cx="1748730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온라인 게임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1525" y="3204121"/>
            <a:ext cx="1748730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규모 약 $399억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세션당 평균 2~3시간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e스포츠·MMO 중심 성장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96505" y="1956346"/>
            <a:ext cx="133350" cy="1333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996505" y="2184946"/>
            <a:ext cx="1748730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게임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96505" y="3204121"/>
            <a:ext cx="1748730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비중 시장 55% (최대)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4~6세션, 세션당 5~6분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캐주얼·하이퍼캐주얼 강세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21486" y="1956346"/>
            <a:ext cx="133350" cy="13335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221486" y="2184946"/>
            <a:ext cx="1748879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21486" y="3204121"/>
            <a:ext cx="1748879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동시접속 최고 4,204만 (2026.1)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디지털 유통 점유율 74~75%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일간 활성 이용자 6,900만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46615" y="1956346"/>
            <a:ext cx="133350" cy="13335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7446615" y="2184946"/>
            <a:ext cx="1748730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PlayStation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46615" y="3204121"/>
            <a:ext cx="1748730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콘솔 시장 매출 $459억(전체)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세션당 평균 2~4시간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서비스(PS+) 성장세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71596" y="1956346"/>
            <a:ext cx="133350" cy="13335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18" name="Text 16"/>
          <p:cNvSpPr/>
          <p:nvPr/>
        </p:nvSpPr>
        <p:spPr>
          <a:xfrm>
            <a:off x="9671596" y="2184946"/>
            <a:ext cx="1748879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Nintendo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71596" y="3204121"/>
            <a:ext cx="1748879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현세대 콘솔 점유율 46.1%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가족·캐주얼 유저 비중 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 2 출시로 신규 유입 확대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0972800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Base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03821"/>
            <a:ext cx="10972800" cy="438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플랫폼별 이용자 규모 성장 추이 (2020–2026)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318171"/>
            <a:ext cx="10972800" cy="2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2020년 이용자 규모를 100으로 환산한 성장 지수 — 플랫폼 간 규모 차이가 커서 지수로 정규화</a:t>
            </a:r>
            <a:endParaRPr lang="en-US" sz="1500" dirty="0"/>
          </a:p>
        </p:txBody>
      </p:sp>
      <p:pic>
        <p:nvPicPr>
          <p:cNvPr id="5" name="Image 0" descr="C:\Users\khb\AppData\Local\Temp\ppt-maker-ehopVJ\slide2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737271"/>
            <a:ext cx="109728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0972800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Duration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03821"/>
            <a:ext cx="10972800" cy="438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플랫폼별 평균 접속 시간 추이 (2020–2026)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318171"/>
            <a:ext cx="10972800" cy="2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세션 기준 평균 접속 시간(시간 단위 환산)</a:t>
            </a:r>
            <a:endParaRPr lang="en-US" sz="1500" dirty="0"/>
          </a:p>
        </p:txBody>
      </p:sp>
      <p:pic>
        <p:nvPicPr>
          <p:cNvPr id="5" name="Image 0" descr="C:\Users\khb\AppData\Local\Temp\ppt-maker-ehopVJ\slide3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737271"/>
            <a:ext cx="109728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0972800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Weekly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03821"/>
            <a:ext cx="10972800" cy="438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평균 접속 시간 비교 (2026)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318171"/>
            <a:ext cx="10972800" cy="2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게이머 주간 평균 8.45시간 — 플랫폼별 편차 존재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600" y="1661071"/>
            <a:ext cx="10972800" cy="3562350"/>
          </a:xfrm>
          <a:prstGeom prst="roundRect">
            <a:avLst/>
          </a:prstGeom>
          <a:solidFill>
            <a:srgbClr val="F9FAF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0972800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03821"/>
            <a:ext cx="10972800" cy="438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인사이트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318171"/>
            <a:ext cx="10972800" cy="2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플랫폼별 통계 리서치를 바탕으로 한 4가지 시사점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7725" y="1946821"/>
            <a:ext cx="4972050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모바일, 규모의 절대 강자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7725" y="2242096"/>
            <a:ext cx="4972050" cy="408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32억 명 이상의 이용자로 압도적 규모를 유지하지만, 세션당 5~6분의 짧은 접속이 특징 — "자주, 짧게" 패턴.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19850" y="1946821"/>
            <a:ext cx="4972050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PC·콘솔, 몰입형 장시간 세션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19850" y="2242096"/>
            <a:ext cx="4972050" cy="408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PC·PlayStation은 세션당 2~4시간으로 몰입도가 높으며, 30대 이상에서 주간 접속시간이 오히려 증가하는 경향.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7725" y="3165128"/>
            <a:ext cx="4972050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🟦 Steam, 꾸준한 동시접속 최고 기록 경신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7725" y="3460403"/>
            <a:ext cx="4972050" cy="408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1월 동시접속 4,204만 명으로 역대 최고치 — PC 디지털 유통의 압도적 허브 지위 유지.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19850" y="3165128"/>
            <a:ext cx="4972050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🕹️ Nintendo, 신규 하드웨어로 반등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19850" y="3460403"/>
            <a:ext cx="4972050" cy="408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 2 출시가 신규 유저 유입을 견인하며, 가족·캐주얼 유저층의 접속 빈도 상승에 기여.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2026-07-08T12:52:09Z</dcterms:created>
  <dcterms:modified xsi:type="dcterms:W3CDTF">2026-07-08T12:52:09Z</dcterms:modified>
</cp:coreProperties>
</file>